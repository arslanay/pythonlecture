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82" r:id="rId2"/>
    <p:sldId id="281" r:id="rId3"/>
    <p:sldId id="313" r:id="rId4"/>
    <p:sldId id="599" r:id="rId5"/>
    <p:sldId id="601" r:id="rId6"/>
    <p:sldId id="600" r:id="rId7"/>
    <p:sldId id="306" r:id="rId8"/>
    <p:sldId id="609" r:id="rId9"/>
    <p:sldId id="602" r:id="rId10"/>
    <p:sldId id="603" r:id="rId11"/>
    <p:sldId id="308" r:id="rId12"/>
    <p:sldId id="604" r:id="rId13"/>
    <p:sldId id="299" r:id="rId14"/>
    <p:sldId id="605" r:id="rId15"/>
    <p:sldId id="301" r:id="rId16"/>
    <p:sldId id="606" r:id="rId17"/>
    <p:sldId id="303" r:id="rId18"/>
    <p:sldId id="310" r:id="rId19"/>
    <p:sldId id="311" r:id="rId20"/>
    <p:sldId id="317" r:id="rId21"/>
    <p:sldId id="309" r:id="rId22"/>
    <p:sldId id="319" r:id="rId23"/>
    <p:sldId id="584" r:id="rId24"/>
    <p:sldId id="607" r:id="rId25"/>
    <p:sldId id="598" r:id="rId26"/>
    <p:sldId id="585" r:id="rId27"/>
    <p:sldId id="307" r:id="rId28"/>
    <p:sldId id="608" r:id="rId2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FF"/>
    <a:srgbClr val="F9DFE3"/>
    <a:srgbClr val="C3CDFF"/>
    <a:srgbClr val="66FF99"/>
    <a:srgbClr val="1123A5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94AFB9-4343-4173-95BA-CD697D4C0046}" v="377" dt="2022-03-30T17:07:48.5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279" autoAdjust="0"/>
  </p:normalViewPr>
  <p:slideViewPr>
    <p:cSldViewPr>
      <p:cViewPr varScale="1">
        <p:scale>
          <a:sx n="99" d="100"/>
          <a:sy n="99" d="100"/>
        </p:scale>
        <p:origin x="1944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lan Ay, Sakire" userId="732d719b-63b4-4597-8524-2c64f9ea8d4f" providerId="ADAL" clId="{AF73D312-9BDE-429E-A621-E424C6701779}"/>
    <pc:docChg chg="undo custSel addSld delSld modSld">
      <pc:chgData name="Arslan Ay, Sakire" userId="732d719b-63b4-4597-8524-2c64f9ea8d4f" providerId="ADAL" clId="{AF73D312-9BDE-429E-A621-E424C6701779}" dt="2022-03-29T05:30:52.536" v="1951" actId="1038"/>
      <pc:docMkLst>
        <pc:docMk/>
      </pc:docMkLst>
      <pc:sldChg chg="modSp mod">
        <pc:chgData name="Arslan Ay, Sakire" userId="732d719b-63b4-4597-8524-2c64f9ea8d4f" providerId="ADAL" clId="{AF73D312-9BDE-429E-A621-E424C6701779}" dt="2022-03-29T04:17:52.837" v="1324" actId="20577"/>
        <pc:sldMkLst>
          <pc:docMk/>
          <pc:sldMk cId="2428821721" sldId="281"/>
        </pc:sldMkLst>
        <pc:spChg chg="mod">
          <ac:chgData name="Arslan Ay, Sakire" userId="732d719b-63b4-4597-8524-2c64f9ea8d4f" providerId="ADAL" clId="{AF73D312-9BDE-429E-A621-E424C6701779}" dt="2022-03-29T04:17:52.837" v="1324" actId="20577"/>
          <ac:spMkLst>
            <pc:docMk/>
            <pc:sldMk cId="2428821721" sldId="281"/>
            <ac:spMk id="2" creationId="{00000000-0000-0000-0000-000000000000}"/>
          </ac:spMkLst>
        </pc:spChg>
      </pc:sldChg>
      <pc:sldChg chg="addSp modSp mod modNotesTx">
        <pc:chgData name="Arslan Ay, Sakire" userId="732d719b-63b4-4597-8524-2c64f9ea8d4f" providerId="ADAL" clId="{AF73D312-9BDE-429E-A621-E424C6701779}" dt="2022-03-29T04:53:39.651" v="1584" actId="14100"/>
        <pc:sldMkLst>
          <pc:docMk/>
          <pc:sldMk cId="951524141" sldId="313"/>
        </pc:sldMkLst>
        <pc:spChg chg="mod">
          <ac:chgData name="Arslan Ay, Sakire" userId="732d719b-63b4-4597-8524-2c64f9ea8d4f" providerId="ADAL" clId="{AF73D312-9BDE-429E-A621-E424C6701779}" dt="2022-03-29T04:32:26.372" v="1345" actId="20577"/>
          <ac:spMkLst>
            <pc:docMk/>
            <pc:sldMk cId="951524141" sldId="313"/>
            <ac:spMk id="2" creationId="{225672C0-2310-4428-AE5E-418998466582}"/>
          </ac:spMkLst>
        </pc:spChg>
        <pc:spChg chg="mod">
          <ac:chgData name="Arslan Ay, Sakire" userId="732d719b-63b4-4597-8524-2c64f9ea8d4f" providerId="ADAL" clId="{AF73D312-9BDE-429E-A621-E424C6701779}" dt="2022-03-29T04:42:28.571" v="1565" actId="20577"/>
          <ac:spMkLst>
            <pc:docMk/>
            <pc:sldMk cId="951524141" sldId="313"/>
            <ac:spMk id="3" creationId="{929ACB7A-5163-4CC8-953D-DD91718ADD47}"/>
          </ac:spMkLst>
        </pc:spChg>
        <pc:spChg chg="add mod">
          <ac:chgData name="Arslan Ay, Sakire" userId="732d719b-63b4-4597-8524-2c64f9ea8d4f" providerId="ADAL" clId="{AF73D312-9BDE-429E-A621-E424C6701779}" dt="2022-03-29T04:35:35.917" v="1393" actId="20577"/>
          <ac:spMkLst>
            <pc:docMk/>
            <pc:sldMk cId="951524141" sldId="313"/>
            <ac:spMk id="5" creationId="{C8370632-6CCE-4F8A-9B71-A9375382A0A6}"/>
          </ac:spMkLst>
        </pc:spChg>
        <pc:spChg chg="add mod">
          <ac:chgData name="Arslan Ay, Sakire" userId="732d719b-63b4-4597-8524-2c64f9ea8d4f" providerId="ADAL" clId="{AF73D312-9BDE-429E-A621-E424C6701779}" dt="2022-03-29T04:53:39.651" v="1584" actId="14100"/>
          <ac:spMkLst>
            <pc:docMk/>
            <pc:sldMk cId="951524141" sldId="313"/>
            <ac:spMk id="6" creationId="{91DFC8B7-5542-40B0-B59D-DB20803E2000}"/>
          </ac:spMkLst>
        </pc:spChg>
      </pc:sldChg>
      <pc:sldChg chg="del">
        <pc:chgData name="Arslan Ay, Sakire" userId="732d719b-63b4-4597-8524-2c64f9ea8d4f" providerId="ADAL" clId="{AF73D312-9BDE-429E-A621-E424C6701779}" dt="2022-03-28T04:32:56.284" v="15" actId="47"/>
        <pc:sldMkLst>
          <pc:docMk/>
          <pc:sldMk cId="4177136658" sldId="316"/>
        </pc:sldMkLst>
      </pc:sldChg>
      <pc:sldChg chg="modSp mod">
        <pc:chgData name="Arslan Ay, Sakire" userId="732d719b-63b4-4597-8524-2c64f9ea8d4f" providerId="ADAL" clId="{AF73D312-9BDE-429E-A621-E424C6701779}" dt="2022-03-28T04:32:22.547" v="14" actId="20577"/>
        <pc:sldMkLst>
          <pc:docMk/>
          <pc:sldMk cId="3837006508" sldId="317"/>
        </pc:sldMkLst>
        <pc:spChg chg="mod">
          <ac:chgData name="Arslan Ay, Sakire" userId="732d719b-63b4-4597-8524-2c64f9ea8d4f" providerId="ADAL" clId="{AF73D312-9BDE-429E-A621-E424C6701779}" dt="2022-03-28T04:32:22.547" v="14" actId="20577"/>
          <ac:spMkLst>
            <pc:docMk/>
            <pc:sldMk cId="3837006508" sldId="317"/>
            <ac:spMk id="5" creationId="{F4FC41F2-B6CE-45D6-BBC0-EB9261979D7B}"/>
          </ac:spMkLst>
        </pc:spChg>
      </pc:sldChg>
      <pc:sldChg chg="del">
        <pc:chgData name="Arslan Ay, Sakire" userId="732d719b-63b4-4597-8524-2c64f9ea8d4f" providerId="ADAL" clId="{AF73D312-9BDE-429E-A621-E424C6701779}" dt="2022-03-28T05:01:19.787" v="300" actId="47"/>
        <pc:sldMkLst>
          <pc:docMk/>
          <pc:sldMk cId="3485912301" sldId="318"/>
        </pc:sldMkLst>
      </pc:sldChg>
      <pc:sldChg chg="addSp modSp mod">
        <pc:chgData name="Arslan Ay, Sakire" userId="732d719b-63b4-4597-8524-2c64f9ea8d4f" providerId="ADAL" clId="{AF73D312-9BDE-429E-A621-E424C6701779}" dt="2022-03-28T04:59:41.511" v="299" actId="404"/>
        <pc:sldMkLst>
          <pc:docMk/>
          <pc:sldMk cId="3992280458" sldId="319"/>
        </pc:sldMkLst>
        <pc:spChg chg="mod">
          <ac:chgData name="Arslan Ay, Sakire" userId="732d719b-63b4-4597-8524-2c64f9ea8d4f" providerId="ADAL" clId="{AF73D312-9BDE-429E-A621-E424C6701779}" dt="2022-03-28T04:42:15.831" v="81"/>
          <ac:spMkLst>
            <pc:docMk/>
            <pc:sldMk cId="3992280458" sldId="319"/>
            <ac:spMk id="2" creationId="{BD1A2E91-ACC3-4DC0-9CE2-4EC43F7CDA9F}"/>
          </ac:spMkLst>
        </pc:spChg>
        <pc:spChg chg="mod">
          <ac:chgData name="Arslan Ay, Sakire" userId="732d719b-63b4-4597-8524-2c64f9ea8d4f" providerId="ADAL" clId="{AF73D312-9BDE-429E-A621-E424C6701779}" dt="2022-03-28T04:52:41.492" v="84" actId="14100"/>
          <ac:spMkLst>
            <pc:docMk/>
            <pc:sldMk cId="3992280458" sldId="319"/>
            <ac:spMk id="3" creationId="{4285287E-BE7C-48DE-B851-0B1B81AED5BD}"/>
          </ac:spMkLst>
        </pc:spChg>
        <pc:spChg chg="add mod">
          <ac:chgData name="Arslan Ay, Sakire" userId="732d719b-63b4-4597-8524-2c64f9ea8d4f" providerId="ADAL" clId="{AF73D312-9BDE-429E-A621-E424C6701779}" dt="2022-03-28T04:57:43.560" v="214" actId="1582"/>
          <ac:spMkLst>
            <pc:docMk/>
            <pc:sldMk cId="3992280458" sldId="319"/>
            <ac:spMk id="5" creationId="{D40F72DA-8DC2-4624-9B22-5D27B13A70DF}"/>
          </ac:spMkLst>
        </pc:spChg>
        <pc:spChg chg="add mod">
          <ac:chgData name="Arslan Ay, Sakire" userId="732d719b-63b4-4597-8524-2c64f9ea8d4f" providerId="ADAL" clId="{AF73D312-9BDE-429E-A621-E424C6701779}" dt="2022-03-28T04:59:41.511" v="299" actId="404"/>
          <ac:spMkLst>
            <pc:docMk/>
            <pc:sldMk cId="3992280458" sldId="319"/>
            <ac:spMk id="6" creationId="{8F5A7BB5-D050-4001-96C4-D86FB3E525FA}"/>
          </ac:spMkLst>
        </pc:spChg>
        <pc:spChg chg="add mod">
          <ac:chgData name="Arslan Ay, Sakire" userId="732d719b-63b4-4597-8524-2c64f9ea8d4f" providerId="ADAL" clId="{AF73D312-9BDE-429E-A621-E424C6701779}" dt="2022-03-28T04:56:14.083" v="203" actId="1076"/>
          <ac:spMkLst>
            <pc:docMk/>
            <pc:sldMk cId="3992280458" sldId="319"/>
            <ac:spMk id="7" creationId="{B116ACC7-0FFF-47B0-9FD3-8D62FFF80EEC}"/>
          </ac:spMkLst>
        </pc:spChg>
        <pc:spChg chg="add mod">
          <ac:chgData name="Arslan Ay, Sakire" userId="732d719b-63b4-4597-8524-2c64f9ea8d4f" providerId="ADAL" clId="{AF73D312-9BDE-429E-A621-E424C6701779}" dt="2022-03-28T04:57:54.420" v="216" actId="1582"/>
          <ac:spMkLst>
            <pc:docMk/>
            <pc:sldMk cId="3992280458" sldId="319"/>
            <ac:spMk id="8" creationId="{00549F73-E584-4BD1-8F48-09B6C156F9B2}"/>
          </ac:spMkLst>
        </pc:spChg>
        <pc:spChg chg="add mod">
          <ac:chgData name="Arslan Ay, Sakire" userId="732d719b-63b4-4597-8524-2c64f9ea8d4f" providerId="ADAL" clId="{AF73D312-9BDE-429E-A621-E424C6701779}" dt="2022-03-28T04:57:54.420" v="216" actId="1582"/>
          <ac:spMkLst>
            <pc:docMk/>
            <pc:sldMk cId="3992280458" sldId="319"/>
            <ac:spMk id="9" creationId="{AD5FE9AC-722D-408C-A6DC-106333101E14}"/>
          </ac:spMkLst>
        </pc:spChg>
      </pc:sldChg>
      <pc:sldChg chg="del">
        <pc:chgData name="Arslan Ay, Sakire" userId="732d719b-63b4-4597-8524-2c64f9ea8d4f" providerId="ADAL" clId="{AF73D312-9BDE-429E-A621-E424C6701779}" dt="2022-03-28T04:29:32.144" v="0" actId="47"/>
        <pc:sldMkLst>
          <pc:docMk/>
          <pc:sldMk cId="504659625" sldId="320"/>
        </pc:sldMkLst>
      </pc:sldChg>
      <pc:sldChg chg="addSp delSp modSp add mod delAnim modAnim">
        <pc:chgData name="Arslan Ay, Sakire" userId="732d719b-63b4-4597-8524-2c64f9ea8d4f" providerId="ADAL" clId="{AF73D312-9BDE-429E-A621-E424C6701779}" dt="2022-03-28T13:56:36.355" v="1274"/>
        <pc:sldMkLst>
          <pc:docMk/>
          <pc:sldMk cId="3006341356" sldId="584"/>
        </pc:sldMkLst>
        <pc:spChg chg="del">
          <ac:chgData name="Arslan Ay, Sakire" userId="732d719b-63b4-4597-8524-2c64f9ea8d4f" providerId="ADAL" clId="{AF73D312-9BDE-429E-A621-E424C6701779}" dt="2022-03-28T05:03:20.916" v="303" actId="478"/>
          <ac:spMkLst>
            <pc:docMk/>
            <pc:sldMk cId="3006341356" sldId="584"/>
            <ac:spMk id="2" creationId="{00000000-0000-0000-0000-000000000000}"/>
          </ac:spMkLst>
        </pc:spChg>
        <pc:spChg chg="mod topLvl">
          <ac:chgData name="Arslan Ay, Sakire" userId="732d719b-63b4-4597-8524-2c64f9ea8d4f" providerId="ADAL" clId="{AF73D312-9BDE-429E-A621-E424C6701779}" dt="2022-03-28T13:50:09.898" v="1233" actId="164"/>
          <ac:spMkLst>
            <pc:docMk/>
            <pc:sldMk cId="3006341356" sldId="584"/>
            <ac:spMk id="3" creationId="{00000000-0000-0000-0000-000000000000}"/>
          </ac:spMkLst>
        </pc:spChg>
        <pc:spChg chg="mod">
          <ac:chgData name="Arslan Ay, Sakire" userId="732d719b-63b4-4597-8524-2c64f9ea8d4f" providerId="ADAL" clId="{AF73D312-9BDE-429E-A621-E424C6701779}" dt="2022-03-28T13:08:28.770" v="814" actId="1076"/>
          <ac:spMkLst>
            <pc:docMk/>
            <pc:sldMk cId="3006341356" sldId="584"/>
            <ac:spMk id="6" creationId="{00000000-0000-0000-0000-000000000000}"/>
          </ac:spMkLst>
        </pc:spChg>
        <pc:spChg chg="add 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7" creationId="{E82EF3E3-81CD-4F1C-BDB2-96C429B1A0B2}"/>
          </ac:spMkLst>
        </pc:spChg>
        <pc:spChg chg="del mod topLvl">
          <ac:chgData name="Arslan Ay, Sakire" userId="732d719b-63b4-4597-8524-2c64f9ea8d4f" providerId="ADAL" clId="{AF73D312-9BDE-429E-A621-E424C6701779}" dt="2022-03-28T12:43:14.870" v="556" actId="478"/>
          <ac:spMkLst>
            <pc:docMk/>
            <pc:sldMk cId="3006341356" sldId="584"/>
            <ac:spMk id="9" creationId="{00000000-0000-0000-0000-000000000000}"/>
          </ac:spMkLst>
        </pc:spChg>
        <pc:spChg chg="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10" creationId="{00000000-0000-0000-0000-000000000000}"/>
          </ac:spMkLst>
        </pc:spChg>
        <pc:spChg chg="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11" creationId="{00000000-0000-0000-0000-000000000000}"/>
          </ac:spMkLst>
        </pc:spChg>
        <pc:spChg chg="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13" creationId="{00000000-0000-0000-0000-000000000000}"/>
          </ac:spMkLst>
        </pc:spChg>
        <pc:spChg chg="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17" creationId="{00000000-0000-0000-0000-000000000000}"/>
          </ac:spMkLst>
        </pc:spChg>
        <pc:spChg chg="mod">
          <ac:chgData name="Arslan Ay, Sakire" userId="732d719b-63b4-4597-8524-2c64f9ea8d4f" providerId="ADAL" clId="{AF73D312-9BDE-429E-A621-E424C6701779}" dt="2022-03-28T13:39:11.727" v="1042" actId="207"/>
          <ac:spMkLst>
            <pc:docMk/>
            <pc:sldMk cId="3006341356" sldId="584"/>
            <ac:spMk id="19" creationId="{00000000-0000-0000-0000-000000000000}"/>
          </ac:spMkLst>
        </pc:spChg>
        <pc:spChg chg="mod">
          <ac:chgData name="Arslan Ay, Sakire" userId="732d719b-63b4-4597-8524-2c64f9ea8d4f" providerId="ADAL" clId="{AF73D312-9BDE-429E-A621-E424C6701779}" dt="2022-03-28T12:28:11.376" v="488"/>
          <ac:spMkLst>
            <pc:docMk/>
            <pc:sldMk cId="3006341356" sldId="584"/>
            <ac:spMk id="28" creationId="{E7748E95-8448-49B7-9562-7A6D410C3A84}"/>
          </ac:spMkLst>
        </pc:spChg>
        <pc:spChg chg="mod">
          <ac:chgData name="Arslan Ay, Sakire" userId="732d719b-63b4-4597-8524-2c64f9ea8d4f" providerId="ADAL" clId="{AF73D312-9BDE-429E-A621-E424C6701779}" dt="2022-03-28T12:28:11.376" v="488"/>
          <ac:spMkLst>
            <pc:docMk/>
            <pc:sldMk cId="3006341356" sldId="584"/>
            <ac:spMk id="29" creationId="{541A6ACC-18F6-4964-940A-654FABD3E786}"/>
          </ac:spMkLst>
        </pc:spChg>
        <pc:spChg chg="mod">
          <ac:chgData name="Arslan Ay, Sakire" userId="732d719b-63b4-4597-8524-2c64f9ea8d4f" providerId="ADAL" clId="{AF73D312-9BDE-429E-A621-E424C6701779}" dt="2022-03-28T12:28:11.376" v="488"/>
          <ac:spMkLst>
            <pc:docMk/>
            <pc:sldMk cId="3006341356" sldId="584"/>
            <ac:spMk id="31" creationId="{41A0028A-0AF9-431D-830D-9500FB688F35}"/>
          </ac:spMkLst>
        </pc:spChg>
        <pc:spChg chg="mod">
          <ac:chgData name="Arslan Ay, Sakire" userId="732d719b-63b4-4597-8524-2c64f9ea8d4f" providerId="ADAL" clId="{AF73D312-9BDE-429E-A621-E424C6701779}" dt="2022-03-28T12:28:11.376" v="488"/>
          <ac:spMkLst>
            <pc:docMk/>
            <pc:sldMk cId="3006341356" sldId="584"/>
            <ac:spMk id="32" creationId="{6A559121-567E-4656-A2FE-D2CD73FB94E6}"/>
          </ac:spMkLst>
        </pc:spChg>
        <pc:spChg chg="add del mod">
          <ac:chgData name="Arslan Ay, Sakire" userId="732d719b-63b4-4597-8524-2c64f9ea8d4f" providerId="ADAL" clId="{AF73D312-9BDE-429E-A621-E424C6701779}" dt="2022-03-28T12:45:40.077" v="579" actId="478"/>
          <ac:spMkLst>
            <pc:docMk/>
            <pc:sldMk cId="3006341356" sldId="584"/>
            <ac:spMk id="34" creationId="{799B5788-4FEC-47AA-98E0-6140C852B761}"/>
          </ac:spMkLst>
        </pc:spChg>
        <pc:spChg chg="add del mod">
          <ac:chgData name="Arslan Ay, Sakire" userId="732d719b-63b4-4597-8524-2c64f9ea8d4f" providerId="ADAL" clId="{AF73D312-9BDE-429E-A621-E424C6701779}" dt="2022-03-28T12:45:40.077" v="579" actId="478"/>
          <ac:spMkLst>
            <pc:docMk/>
            <pc:sldMk cId="3006341356" sldId="584"/>
            <ac:spMk id="35" creationId="{ED130D93-E2E1-4D8F-B18E-1F209A5FC36B}"/>
          </ac:spMkLst>
        </pc:spChg>
        <pc:spChg chg="del">
          <ac:chgData name="Arslan Ay, Sakire" userId="732d719b-63b4-4597-8524-2c64f9ea8d4f" providerId="ADAL" clId="{AF73D312-9BDE-429E-A621-E424C6701779}" dt="2022-03-28T05:21:17.645" v="431" actId="478"/>
          <ac:spMkLst>
            <pc:docMk/>
            <pc:sldMk cId="3006341356" sldId="584"/>
            <ac:spMk id="36" creationId="{07CC0185-07A9-4D83-A327-6CC100FFF878}"/>
          </ac:spMkLst>
        </pc:spChg>
        <pc:spChg chg="add del mod">
          <ac:chgData name="Arslan Ay, Sakire" userId="732d719b-63b4-4597-8524-2c64f9ea8d4f" providerId="ADAL" clId="{AF73D312-9BDE-429E-A621-E424C6701779}" dt="2022-03-28T12:45:40.077" v="579" actId="478"/>
          <ac:spMkLst>
            <pc:docMk/>
            <pc:sldMk cId="3006341356" sldId="584"/>
            <ac:spMk id="36" creationId="{ADF939D9-78DC-44A4-9802-3D581EAB62CB}"/>
          </ac:spMkLst>
        </pc:spChg>
        <pc:spChg chg="del mod">
          <ac:chgData name="Arslan Ay, Sakire" userId="732d719b-63b4-4597-8524-2c64f9ea8d4f" providerId="ADAL" clId="{AF73D312-9BDE-429E-A621-E424C6701779}" dt="2022-03-28T05:21:51.326" v="436" actId="478"/>
          <ac:spMkLst>
            <pc:docMk/>
            <pc:sldMk cId="3006341356" sldId="584"/>
            <ac:spMk id="37" creationId="{00000000-0000-0000-0000-000000000000}"/>
          </ac:spMkLst>
        </pc:spChg>
        <pc:spChg chg="add 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38" creationId="{5D5A1893-86D9-4886-B713-DFA6A16A75E7}"/>
          </ac:spMkLst>
        </pc:spChg>
        <pc:spChg chg="del">
          <ac:chgData name="Arslan Ay, Sakire" userId="732d719b-63b4-4597-8524-2c64f9ea8d4f" providerId="ADAL" clId="{AF73D312-9BDE-429E-A621-E424C6701779}" dt="2022-03-28T05:21:20.053" v="432" actId="478"/>
          <ac:spMkLst>
            <pc:docMk/>
            <pc:sldMk cId="3006341356" sldId="584"/>
            <ac:spMk id="39" creationId="{00000000-0000-0000-0000-000000000000}"/>
          </ac:spMkLst>
        </pc:spChg>
        <pc:spChg chg="add mod">
          <ac:chgData name="Arslan Ay, Sakire" userId="732d719b-63b4-4597-8524-2c64f9ea8d4f" providerId="ADAL" clId="{AF73D312-9BDE-429E-A621-E424C6701779}" dt="2022-03-28T13:50:25.333" v="1242" actId="1037"/>
          <ac:spMkLst>
            <pc:docMk/>
            <pc:sldMk cId="3006341356" sldId="584"/>
            <ac:spMk id="39" creationId="{8E7E3682-B578-468F-8268-AA8087C047D3}"/>
          </ac:spMkLst>
        </pc:spChg>
        <pc:spChg chg="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40" creationId="{00000000-0000-0000-0000-000000000000}"/>
          </ac:spMkLst>
        </pc:spChg>
        <pc:spChg chg="mod">
          <ac:chgData name="Arslan Ay, Sakire" userId="732d719b-63b4-4597-8524-2c64f9ea8d4f" providerId="ADAL" clId="{AF73D312-9BDE-429E-A621-E424C6701779}" dt="2022-03-28T05:22:06.545" v="437"/>
          <ac:spMkLst>
            <pc:docMk/>
            <pc:sldMk cId="3006341356" sldId="584"/>
            <ac:spMk id="42" creationId="{131D5938-C3AC-4F18-8ADA-4238EB3D2FC3}"/>
          </ac:spMkLst>
        </pc:spChg>
        <pc:spChg chg="mod">
          <ac:chgData name="Arslan Ay, Sakire" userId="732d719b-63b4-4597-8524-2c64f9ea8d4f" providerId="ADAL" clId="{AF73D312-9BDE-429E-A621-E424C6701779}" dt="2022-03-28T05:22:06.545" v="437"/>
          <ac:spMkLst>
            <pc:docMk/>
            <pc:sldMk cId="3006341356" sldId="584"/>
            <ac:spMk id="43" creationId="{7174312B-6BEF-47FF-8ACB-0ADDEF24FCF9}"/>
          </ac:spMkLst>
        </pc:spChg>
        <pc:spChg chg="add 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45" creationId="{7BD7D593-4B81-4FB2-B353-67727ABA7BFE}"/>
          </ac:spMkLst>
        </pc:spChg>
        <pc:spChg chg="mod">
          <ac:chgData name="Arslan Ay, Sakire" userId="732d719b-63b4-4597-8524-2c64f9ea8d4f" providerId="ADAL" clId="{AF73D312-9BDE-429E-A621-E424C6701779}" dt="2022-03-28T12:45:50.351" v="580"/>
          <ac:spMkLst>
            <pc:docMk/>
            <pc:sldMk cId="3006341356" sldId="584"/>
            <ac:spMk id="47" creationId="{B9FE83BD-900B-45A1-B428-85558BA591A3}"/>
          </ac:spMkLst>
        </pc:spChg>
        <pc:spChg chg="mod">
          <ac:chgData name="Arslan Ay, Sakire" userId="732d719b-63b4-4597-8524-2c64f9ea8d4f" providerId="ADAL" clId="{AF73D312-9BDE-429E-A621-E424C6701779}" dt="2022-03-28T12:45:50.351" v="580"/>
          <ac:spMkLst>
            <pc:docMk/>
            <pc:sldMk cId="3006341356" sldId="584"/>
            <ac:spMk id="48" creationId="{FA7C73F1-6BCD-4456-9802-8F2E6AB86402}"/>
          </ac:spMkLst>
        </pc:spChg>
        <pc:spChg chg="add del mod">
          <ac:chgData name="Arslan Ay, Sakire" userId="732d719b-63b4-4597-8524-2c64f9ea8d4f" providerId="ADAL" clId="{AF73D312-9BDE-429E-A621-E424C6701779}" dt="2022-03-28T12:49:54.127" v="626" actId="478"/>
          <ac:spMkLst>
            <pc:docMk/>
            <pc:sldMk cId="3006341356" sldId="584"/>
            <ac:spMk id="50" creationId="{0AC24056-FCA2-4F53-8605-5C1B6525BA12}"/>
          </ac:spMkLst>
        </pc:spChg>
        <pc:spChg chg="add del mod">
          <ac:chgData name="Arslan Ay, Sakire" userId="732d719b-63b4-4597-8524-2c64f9ea8d4f" providerId="ADAL" clId="{AF73D312-9BDE-429E-A621-E424C6701779}" dt="2022-03-28T12:49:54.127" v="626" actId="478"/>
          <ac:spMkLst>
            <pc:docMk/>
            <pc:sldMk cId="3006341356" sldId="584"/>
            <ac:spMk id="51" creationId="{2CAEB58C-C440-4E2C-9D92-9A7C637A9073}"/>
          </ac:spMkLst>
        </pc:spChg>
        <pc:spChg chg="add 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52" creationId="{6BD93956-531A-4D8F-804D-2790AB625758}"/>
          </ac:spMkLst>
        </pc:spChg>
        <pc:spChg chg="add 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53" creationId="{1941F20F-18DD-4909-BF31-F56374D4A568}"/>
          </ac:spMkLst>
        </pc:spChg>
        <pc:spChg chg="add 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54" creationId="{570CDE83-29BB-49BD-B889-5816614842E7}"/>
          </ac:spMkLst>
        </pc:spChg>
        <pc:spChg chg="del">
          <ac:chgData name="Arslan Ay, Sakire" userId="732d719b-63b4-4597-8524-2c64f9ea8d4f" providerId="ADAL" clId="{AF73D312-9BDE-429E-A621-E424C6701779}" dt="2022-03-28T05:04:14.578" v="314" actId="478"/>
          <ac:spMkLst>
            <pc:docMk/>
            <pc:sldMk cId="3006341356" sldId="584"/>
            <ac:spMk id="56" creationId="{00000000-0000-0000-0000-000000000000}"/>
          </ac:spMkLst>
        </pc:spChg>
        <pc:spChg chg="mod">
          <ac:chgData name="Arslan Ay, Sakire" userId="732d719b-63b4-4597-8524-2c64f9ea8d4f" providerId="ADAL" clId="{AF73D312-9BDE-429E-A621-E424C6701779}" dt="2022-03-28T05:22:06.545" v="437"/>
          <ac:spMkLst>
            <pc:docMk/>
            <pc:sldMk cId="3006341356" sldId="584"/>
            <ac:spMk id="57" creationId="{C1AA803A-E30B-4988-9645-6D3CAE2A20C3}"/>
          </ac:spMkLst>
        </pc:spChg>
        <pc:spChg chg="mod">
          <ac:chgData name="Arslan Ay, Sakire" userId="732d719b-63b4-4597-8524-2c64f9ea8d4f" providerId="ADAL" clId="{AF73D312-9BDE-429E-A621-E424C6701779}" dt="2022-03-28T05:22:06.545" v="437"/>
          <ac:spMkLst>
            <pc:docMk/>
            <pc:sldMk cId="3006341356" sldId="584"/>
            <ac:spMk id="58" creationId="{5BE029F3-FED0-48BA-8C14-DDCA9DCEEDF6}"/>
          </ac:spMkLst>
        </pc:spChg>
        <pc:spChg chg="add del mod">
          <ac:chgData name="Arslan Ay, Sakire" userId="732d719b-63b4-4597-8524-2c64f9ea8d4f" providerId="ADAL" clId="{AF73D312-9BDE-429E-A621-E424C6701779}" dt="2022-03-28T12:27:58.501" v="485" actId="478"/>
          <ac:spMkLst>
            <pc:docMk/>
            <pc:sldMk cId="3006341356" sldId="584"/>
            <ac:spMk id="60" creationId="{630CAABA-71DD-4CA1-8706-A0405DCC25C9}"/>
          </ac:spMkLst>
        </pc:spChg>
        <pc:spChg chg="add 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61" creationId="{1F99A156-EE0C-42B8-B6FC-3E7FEF0F0E07}"/>
          </ac:spMkLst>
        </pc:spChg>
        <pc:spChg chg="add 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71" creationId="{05BB117B-1977-479A-BEB9-B85374CFD171}"/>
          </ac:spMkLst>
        </pc:spChg>
        <pc:spChg chg="mod">
          <ac:chgData name="Arslan Ay, Sakire" userId="732d719b-63b4-4597-8524-2c64f9ea8d4f" providerId="ADAL" clId="{AF73D312-9BDE-429E-A621-E424C6701779}" dt="2022-03-28T13:55:55.303" v="1271" actId="14100"/>
          <ac:spMkLst>
            <pc:docMk/>
            <pc:sldMk cId="3006341356" sldId="584"/>
            <ac:spMk id="89" creationId="{D0CB5785-E859-4277-8293-741A70CEA2D2}"/>
          </ac:spMkLst>
        </pc:spChg>
        <pc:spChg chg="mod">
          <ac:chgData name="Arslan Ay, Sakire" userId="732d719b-63b4-4597-8524-2c64f9ea8d4f" providerId="ADAL" clId="{AF73D312-9BDE-429E-A621-E424C6701779}" dt="2022-03-28T13:55:45.246" v="1270" actId="14100"/>
          <ac:spMkLst>
            <pc:docMk/>
            <pc:sldMk cId="3006341356" sldId="584"/>
            <ac:spMk id="90" creationId="{4955F87B-61BF-47B3-A063-24213ADFC4D4}"/>
          </ac:spMkLst>
        </pc:spChg>
        <pc:spChg chg="add 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92" creationId="{92894F3F-ADDD-4D1C-8BD3-B8DBC8290168}"/>
          </ac:spMkLst>
        </pc:spChg>
        <pc:spChg chg="add del mod">
          <ac:chgData name="Arslan Ay, Sakire" userId="732d719b-63b4-4597-8524-2c64f9ea8d4f" providerId="ADAL" clId="{AF73D312-9BDE-429E-A621-E424C6701779}" dt="2022-03-28T12:57:51.338" v="697" actId="478"/>
          <ac:spMkLst>
            <pc:docMk/>
            <pc:sldMk cId="3006341356" sldId="584"/>
            <ac:spMk id="93" creationId="{9A9117F7-4D73-4065-A894-2A0999AC4BBD}"/>
          </ac:spMkLst>
        </pc:spChg>
        <pc:spChg chg="mod">
          <ac:chgData name="Arslan Ay, Sakire" userId="732d719b-63b4-4597-8524-2c64f9ea8d4f" providerId="ADAL" clId="{AF73D312-9BDE-429E-A621-E424C6701779}" dt="2022-03-28T13:08:22.999" v="813" actId="1037"/>
          <ac:spMkLst>
            <pc:docMk/>
            <pc:sldMk cId="3006341356" sldId="584"/>
            <ac:spMk id="9218" creationId="{00000000-0000-0000-0000-000000000000}"/>
          </ac:spMkLst>
        </pc:spChg>
        <pc:spChg chg="del mod">
          <ac:chgData name="Arslan Ay, Sakire" userId="732d719b-63b4-4597-8524-2c64f9ea8d4f" providerId="ADAL" clId="{AF73D312-9BDE-429E-A621-E424C6701779}" dt="2022-03-28T12:41:34.707" v="513" actId="478"/>
          <ac:spMkLst>
            <pc:docMk/>
            <pc:sldMk cId="3006341356" sldId="584"/>
            <ac:spMk id="9219" creationId="{00000000-0000-0000-0000-000000000000}"/>
          </ac:spMkLst>
        </pc:spChg>
        <pc:spChg chg="mod">
          <ac:chgData name="Arslan Ay, Sakire" userId="732d719b-63b4-4597-8524-2c64f9ea8d4f" providerId="ADAL" clId="{AF73D312-9BDE-429E-A621-E424C6701779}" dt="2022-03-28T05:01:43.691" v="301"/>
          <ac:spMkLst>
            <pc:docMk/>
            <pc:sldMk cId="3006341356" sldId="584"/>
            <ac:spMk id="9220" creationId="{00000000-0000-0000-0000-000000000000}"/>
          </ac:spMkLst>
        </pc:spChg>
        <pc:spChg chg="add del mod">
          <ac:chgData name="Arslan Ay, Sakire" userId="732d719b-63b4-4597-8524-2c64f9ea8d4f" providerId="ADAL" clId="{AF73D312-9BDE-429E-A621-E424C6701779}" dt="2022-03-28T13:39:44.725" v="1043" actId="478"/>
          <ac:spMkLst>
            <pc:docMk/>
            <pc:sldMk cId="3006341356" sldId="584"/>
            <ac:spMk id="9237" creationId="{B9D4F1C3-622E-4EF1-8747-E6055CFFA652}"/>
          </ac:spMkLst>
        </pc:spChg>
        <pc:grpChg chg="mod">
          <ac:chgData name="Arslan Ay, Sakire" userId="732d719b-63b4-4597-8524-2c64f9ea8d4f" providerId="ADAL" clId="{AF73D312-9BDE-429E-A621-E424C6701779}" dt="2022-03-28T13:08:22.999" v="813" actId="1037"/>
          <ac:grpSpMkLst>
            <pc:docMk/>
            <pc:sldMk cId="3006341356" sldId="584"/>
            <ac:grpSpMk id="4" creationId="{00000000-0000-0000-0000-000000000000}"/>
          </ac:grpSpMkLst>
        </pc:grpChg>
        <pc:grpChg chg="del mod">
          <ac:chgData name="Arslan Ay, Sakire" userId="732d719b-63b4-4597-8524-2c64f9ea8d4f" providerId="ADAL" clId="{AF73D312-9BDE-429E-A621-E424C6701779}" dt="2022-03-28T12:43:14.870" v="556" actId="478"/>
          <ac:grpSpMkLst>
            <pc:docMk/>
            <pc:sldMk cId="3006341356" sldId="584"/>
            <ac:grpSpMk id="5" creationId="{00000000-0000-0000-0000-000000000000}"/>
          </ac:grpSpMkLst>
        </pc:grpChg>
        <pc:grpChg chg="del">
          <ac:chgData name="Arslan Ay, Sakire" userId="732d719b-63b4-4597-8524-2c64f9ea8d4f" providerId="ADAL" clId="{AF73D312-9BDE-429E-A621-E424C6701779}" dt="2022-03-28T05:21:17.645" v="431" actId="478"/>
          <ac:grpSpMkLst>
            <pc:docMk/>
            <pc:sldMk cId="3006341356" sldId="584"/>
            <ac:grpSpMk id="14" creationId="{00000000-0000-0000-0000-000000000000}"/>
          </ac:grpSpMkLst>
        </pc:grpChg>
        <pc:grpChg chg="add del mod">
          <ac:chgData name="Arslan Ay, Sakire" userId="732d719b-63b4-4597-8524-2c64f9ea8d4f" providerId="ADAL" clId="{AF73D312-9BDE-429E-A621-E424C6701779}" dt="2022-03-28T12:45:40.077" v="579" actId="478"/>
          <ac:grpSpMkLst>
            <pc:docMk/>
            <pc:sldMk cId="3006341356" sldId="584"/>
            <ac:grpSpMk id="27" creationId="{867A9288-A566-489C-8307-544D7725F463}"/>
          </ac:grpSpMkLst>
        </pc:grpChg>
        <pc:grpChg chg="add del mod">
          <ac:chgData name="Arslan Ay, Sakire" userId="732d719b-63b4-4597-8524-2c64f9ea8d4f" providerId="ADAL" clId="{AF73D312-9BDE-429E-A621-E424C6701779}" dt="2022-03-28T12:45:40.077" v="579" actId="478"/>
          <ac:grpSpMkLst>
            <pc:docMk/>
            <pc:sldMk cId="3006341356" sldId="584"/>
            <ac:grpSpMk id="30" creationId="{5B3AD9B1-88A5-4B59-B075-BCBAB9549044}"/>
          </ac:grpSpMkLst>
        </pc:grpChg>
        <pc:grpChg chg="add del mod">
          <ac:chgData name="Arslan Ay, Sakire" userId="732d719b-63b4-4597-8524-2c64f9ea8d4f" providerId="ADAL" clId="{AF73D312-9BDE-429E-A621-E424C6701779}" dt="2022-03-28T12:27:58.501" v="485" actId="478"/>
          <ac:grpSpMkLst>
            <pc:docMk/>
            <pc:sldMk cId="3006341356" sldId="584"/>
            <ac:grpSpMk id="41" creationId="{5B8EAB43-8540-48F9-B95E-CD229EE8534A}"/>
          </ac:grpSpMkLst>
        </pc:grpChg>
        <pc:grpChg chg="add del mod">
          <ac:chgData name="Arslan Ay, Sakire" userId="732d719b-63b4-4597-8524-2c64f9ea8d4f" providerId="ADAL" clId="{AF73D312-9BDE-429E-A621-E424C6701779}" dt="2022-03-28T12:27:58.501" v="485" actId="478"/>
          <ac:grpSpMkLst>
            <pc:docMk/>
            <pc:sldMk cId="3006341356" sldId="584"/>
            <ac:grpSpMk id="44" creationId="{9DF5DEEF-9221-4D7B-9B8E-0AD9C2DE0932}"/>
          </ac:grpSpMkLst>
        </pc:grpChg>
        <pc:grpChg chg="del mod">
          <ac:chgData name="Arslan Ay, Sakire" userId="732d719b-63b4-4597-8524-2c64f9ea8d4f" providerId="ADAL" clId="{AF73D312-9BDE-429E-A621-E424C6701779}" dt="2022-03-28T05:21:51.326" v="436" actId="478"/>
          <ac:grpSpMkLst>
            <pc:docMk/>
            <pc:sldMk cId="3006341356" sldId="584"/>
            <ac:grpSpMk id="45" creationId="{00000000-0000-0000-0000-000000000000}"/>
          </ac:grpSpMkLst>
        </pc:grpChg>
        <pc:grpChg chg="del mod">
          <ac:chgData name="Arslan Ay, Sakire" userId="732d719b-63b4-4597-8524-2c64f9ea8d4f" providerId="ADAL" clId="{AF73D312-9BDE-429E-A621-E424C6701779}" dt="2022-03-28T05:21:51.326" v="436" actId="478"/>
          <ac:grpSpMkLst>
            <pc:docMk/>
            <pc:sldMk cId="3006341356" sldId="584"/>
            <ac:grpSpMk id="46" creationId="{00000000-0000-0000-0000-000000000000}"/>
          </ac:grpSpMkLst>
        </pc:grpChg>
        <pc:grpChg chg="add del mod">
          <ac:chgData name="Arslan Ay, Sakire" userId="732d719b-63b4-4597-8524-2c64f9ea8d4f" providerId="ADAL" clId="{AF73D312-9BDE-429E-A621-E424C6701779}" dt="2022-03-28T12:49:54.127" v="626" actId="478"/>
          <ac:grpSpMkLst>
            <pc:docMk/>
            <pc:sldMk cId="3006341356" sldId="584"/>
            <ac:grpSpMk id="46" creationId="{734CCC21-1DA8-4063-A728-4B92CFA12931}"/>
          </ac:grpSpMkLst>
        </pc:grpChg>
        <pc:grpChg chg="del mod">
          <ac:chgData name="Arslan Ay, Sakire" userId="732d719b-63b4-4597-8524-2c64f9ea8d4f" providerId="ADAL" clId="{AF73D312-9BDE-429E-A621-E424C6701779}" dt="2022-03-28T05:21:51.326" v="436" actId="478"/>
          <ac:grpSpMkLst>
            <pc:docMk/>
            <pc:sldMk cId="3006341356" sldId="584"/>
            <ac:grpSpMk id="47" creationId="{00000000-0000-0000-0000-000000000000}"/>
          </ac:grpSpMkLst>
        </pc:grpChg>
        <pc:grpChg chg="add mod">
          <ac:chgData name="Arslan Ay, Sakire" userId="732d719b-63b4-4597-8524-2c64f9ea8d4f" providerId="ADAL" clId="{AF73D312-9BDE-429E-A621-E424C6701779}" dt="2022-03-28T13:08:22.999" v="813" actId="1037"/>
          <ac:grpSpMkLst>
            <pc:docMk/>
            <pc:sldMk cId="3006341356" sldId="584"/>
            <ac:grpSpMk id="88" creationId="{35C96C46-298D-4DB5-9E24-5ADC4C262DCB}"/>
          </ac:grpSpMkLst>
        </pc:grpChg>
        <pc:grpChg chg="add mod">
          <ac:chgData name="Arslan Ay, Sakire" userId="732d719b-63b4-4597-8524-2c64f9ea8d4f" providerId="ADAL" clId="{AF73D312-9BDE-429E-A621-E424C6701779}" dt="2022-03-28T13:50:09.898" v="1233" actId="164"/>
          <ac:grpSpMkLst>
            <pc:docMk/>
            <pc:sldMk cId="3006341356" sldId="584"/>
            <ac:grpSpMk id="9238" creationId="{A604D24F-B651-493A-8328-72E09285C352}"/>
          </ac:grpSpMkLst>
        </pc:grpChg>
        <pc:cxnChg chg="del">
          <ac:chgData name="Arslan Ay, Sakire" userId="732d719b-63b4-4597-8524-2c64f9ea8d4f" providerId="ADAL" clId="{AF73D312-9BDE-429E-A621-E424C6701779}" dt="2022-03-28T05:21:17.645" v="431" actId="478"/>
          <ac:cxnSpMkLst>
            <pc:docMk/>
            <pc:sldMk cId="3006341356" sldId="584"/>
            <ac:cxnSpMk id="8" creationId="{00000000-0000-0000-0000-000000000000}"/>
          </ac:cxnSpMkLst>
        </pc:cxnChg>
        <pc:cxnChg chg="add mod">
          <ac:chgData name="Arslan Ay, Sakire" userId="732d719b-63b4-4597-8524-2c64f9ea8d4f" providerId="ADAL" clId="{AF73D312-9BDE-429E-A621-E424C6701779}" dt="2022-03-28T13:08:22.999" v="813" actId="1037"/>
          <ac:cxnSpMkLst>
            <pc:docMk/>
            <pc:sldMk cId="3006341356" sldId="584"/>
            <ac:cxnSpMk id="12" creationId="{B967EBF1-66C1-4C8B-9A0E-A9029B8503EE}"/>
          </ac:cxnSpMkLst>
        </pc:cxnChg>
        <pc:cxnChg chg="mod">
          <ac:chgData name="Arslan Ay, Sakire" userId="732d719b-63b4-4597-8524-2c64f9ea8d4f" providerId="ADAL" clId="{AF73D312-9BDE-429E-A621-E424C6701779}" dt="2022-03-28T13:08:22.999" v="813" actId="1037"/>
          <ac:cxnSpMkLst>
            <pc:docMk/>
            <pc:sldMk cId="3006341356" sldId="584"/>
            <ac:cxnSpMk id="22" creationId="{00000000-0000-0000-0000-000000000000}"/>
          </ac:cxnSpMkLst>
        </pc:cxnChg>
        <pc:cxnChg chg="add del mod">
          <ac:chgData name="Arslan Ay, Sakire" userId="732d719b-63b4-4597-8524-2c64f9ea8d4f" providerId="ADAL" clId="{AF73D312-9BDE-429E-A621-E424C6701779}" dt="2022-03-28T12:45:40.077" v="579" actId="478"/>
          <ac:cxnSpMkLst>
            <pc:docMk/>
            <pc:sldMk cId="3006341356" sldId="584"/>
            <ac:cxnSpMk id="33" creationId="{35603DE8-91AE-4699-953D-3A0D0F6758CC}"/>
          </ac:cxnSpMkLst>
        </pc:cxnChg>
        <pc:cxnChg chg="del mod">
          <ac:chgData name="Arslan Ay, Sakire" userId="732d719b-63b4-4597-8524-2c64f9ea8d4f" providerId="ADAL" clId="{AF73D312-9BDE-429E-A621-E424C6701779}" dt="2022-03-28T05:21:51.326" v="436" actId="478"/>
          <ac:cxnSpMkLst>
            <pc:docMk/>
            <pc:sldMk cId="3006341356" sldId="584"/>
            <ac:cxnSpMk id="48" creationId="{00000000-0000-0000-0000-000000000000}"/>
          </ac:cxnSpMkLst>
        </pc:cxnChg>
        <pc:cxnChg chg="del mod">
          <ac:chgData name="Arslan Ay, Sakire" userId="732d719b-63b4-4597-8524-2c64f9ea8d4f" providerId="ADAL" clId="{AF73D312-9BDE-429E-A621-E424C6701779}" dt="2022-03-28T05:21:51.326" v="436" actId="478"/>
          <ac:cxnSpMkLst>
            <pc:docMk/>
            <pc:sldMk cId="3006341356" sldId="584"/>
            <ac:cxnSpMk id="49" creationId="{00000000-0000-0000-0000-000000000000}"/>
          </ac:cxnSpMkLst>
        </pc:cxnChg>
        <pc:cxnChg chg="add del mod">
          <ac:chgData name="Arslan Ay, Sakire" userId="732d719b-63b4-4597-8524-2c64f9ea8d4f" providerId="ADAL" clId="{AF73D312-9BDE-429E-A621-E424C6701779}" dt="2022-03-28T12:49:54.127" v="626" actId="478"/>
          <ac:cxnSpMkLst>
            <pc:docMk/>
            <pc:sldMk cId="3006341356" sldId="584"/>
            <ac:cxnSpMk id="49" creationId="{D4FD4642-B5BA-49B0-9087-A9D8CF8441D3}"/>
          </ac:cxnSpMkLst>
        </pc:cxnChg>
        <pc:cxnChg chg="add mod">
          <ac:chgData name="Arslan Ay, Sakire" userId="732d719b-63b4-4597-8524-2c64f9ea8d4f" providerId="ADAL" clId="{AF73D312-9BDE-429E-A621-E424C6701779}" dt="2022-03-28T13:08:22.999" v="813" actId="1037"/>
          <ac:cxnSpMkLst>
            <pc:docMk/>
            <pc:sldMk cId="3006341356" sldId="584"/>
            <ac:cxnSpMk id="55" creationId="{105FB33A-B0CE-4747-B3A0-C3FCD8279A0D}"/>
          </ac:cxnSpMkLst>
        </pc:cxnChg>
        <pc:cxnChg chg="add del mod">
          <ac:chgData name="Arslan Ay, Sakire" userId="732d719b-63b4-4597-8524-2c64f9ea8d4f" providerId="ADAL" clId="{AF73D312-9BDE-429E-A621-E424C6701779}" dt="2022-03-28T12:27:58.501" v="485" actId="478"/>
          <ac:cxnSpMkLst>
            <pc:docMk/>
            <pc:sldMk cId="3006341356" sldId="584"/>
            <ac:cxnSpMk id="59" creationId="{02342665-C86B-4D0C-9607-43FA8FCF728E}"/>
          </ac:cxnSpMkLst>
        </pc:cxnChg>
        <pc:cxnChg chg="add del mod">
          <ac:chgData name="Arslan Ay, Sakire" userId="732d719b-63b4-4597-8524-2c64f9ea8d4f" providerId="ADAL" clId="{AF73D312-9BDE-429E-A621-E424C6701779}" dt="2022-03-28T12:54:35.259" v="672" actId="478"/>
          <ac:cxnSpMkLst>
            <pc:docMk/>
            <pc:sldMk cId="3006341356" sldId="584"/>
            <ac:cxnSpMk id="69" creationId="{61874971-D585-4B31-9220-1206BD4B064A}"/>
          </ac:cxnSpMkLst>
        </pc:cxnChg>
        <pc:cxnChg chg="add mod">
          <ac:chgData name="Arslan Ay, Sakire" userId="732d719b-63b4-4597-8524-2c64f9ea8d4f" providerId="ADAL" clId="{AF73D312-9BDE-429E-A621-E424C6701779}" dt="2022-03-28T13:08:22.999" v="813" actId="1037"/>
          <ac:cxnSpMkLst>
            <pc:docMk/>
            <pc:sldMk cId="3006341356" sldId="584"/>
            <ac:cxnSpMk id="85" creationId="{9A239EF7-F9C7-4B81-9B76-71F2C987AC29}"/>
          </ac:cxnSpMkLst>
        </pc:cxnChg>
        <pc:cxnChg chg="add mod">
          <ac:chgData name="Arslan Ay, Sakire" userId="732d719b-63b4-4597-8524-2c64f9ea8d4f" providerId="ADAL" clId="{AF73D312-9BDE-429E-A621-E424C6701779}" dt="2022-03-28T13:08:22.999" v="813" actId="1037"/>
          <ac:cxnSpMkLst>
            <pc:docMk/>
            <pc:sldMk cId="3006341356" sldId="584"/>
            <ac:cxnSpMk id="91" creationId="{FCB8977F-D65D-43F1-9E09-997B34F7EB62}"/>
          </ac:cxnSpMkLst>
        </pc:cxnChg>
        <pc:cxnChg chg="add mod">
          <ac:chgData name="Arslan Ay, Sakire" userId="732d719b-63b4-4597-8524-2c64f9ea8d4f" providerId="ADAL" clId="{AF73D312-9BDE-429E-A621-E424C6701779}" dt="2022-03-28T13:08:22.999" v="813" actId="1037"/>
          <ac:cxnSpMkLst>
            <pc:docMk/>
            <pc:sldMk cId="3006341356" sldId="584"/>
            <ac:cxnSpMk id="9217" creationId="{0C8E3671-ABD6-4F51-8744-F51AE57201BE}"/>
          </ac:cxnSpMkLst>
        </pc:cxnChg>
      </pc:sldChg>
      <pc:sldChg chg="add">
        <pc:chgData name="Arslan Ay, Sakire" userId="732d719b-63b4-4597-8524-2c64f9ea8d4f" providerId="ADAL" clId="{AF73D312-9BDE-429E-A621-E424C6701779}" dt="2022-03-28T04:29:36.063" v="1"/>
        <pc:sldMkLst>
          <pc:docMk/>
          <pc:sldMk cId="3754847319" sldId="585"/>
        </pc:sldMkLst>
      </pc:sldChg>
      <pc:sldChg chg="add del">
        <pc:chgData name="Arslan Ay, Sakire" userId="732d719b-63b4-4597-8524-2c64f9ea8d4f" providerId="ADAL" clId="{AF73D312-9BDE-429E-A621-E424C6701779}" dt="2022-03-28T13:58:36.933" v="1292" actId="47"/>
        <pc:sldMkLst>
          <pc:docMk/>
          <pc:sldMk cId="2738807748" sldId="597"/>
        </pc:sldMkLst>
      </pc:sldChg>
      <pc:sldChg chg="addSp delSp modSp add mod delAnim modAnim">
        <pc:chgData name="Arslan Ay, Sakire" userId="732d719b-63b4-4597-8524-2c64f9ea8d4f" providerId="ADAL" clId="{AF73D312-9BDE-429E-A621-E424C6701779}" dt="2022-03-28T13:57:55.830" v="1291" actId="1076"/>
        <pc:sldMkLst>
          <pc:docMk/>
          <pc:sldMk cId="2203671568" sldId="598"/>
        </pc:sldMkLst>
        <pc:spChg chg="add mod">
          <ac:chgData name="Arslan Ay, Sakire" userId="732d719b-63b4-4597-8524-2c64f9ea8d4f" providerId="ADAL" clId="{AF73D312-9BDE-429E-A621-E424C6701779}" dt="2022-03-28T13:45:13.326" v="1176" actId="14100"/>
          <ac:spMkLst>
            <pc:docMk/>
            <pc:sldMk cId="2203671568" sldId="598"/>
            <ac:spMk id="2" creationId="{D9E72CE5-49B1-4B7F-AEF4-CE5E9994913C}"/>
          </ac:spMkLst>
        </pc:spChg>
        <pc:spChg chg="add mod">
          <ac:chgData name="Arslan Ay, Sakire" userId="732d719b-63b4-4597-8524-2c64f9ea8d4f" providerId="ADAL" clId="{AF73D312-9BDE-429E-A621-E424C6701779}" dt="2022-03-28T13:48:54.182" v="1225" actId="313"/>
          <ac:spMkLst>
            <pc:docMk/>
            <pc:sldMk cId="2203671568" sldId="598"/>
            <ac:spMk id="5" creationId="{2215990A-FE12-4660-93B9-9FE6AF87494D}"/>
          </ac:spMkLst>
        </pc:spChg>
        <pc:spChg chg="del">
          <ac:chgData name="Arslan Ay, Sakire" userId="732d719b-63b4-4597-8524-2c64f9ea8d4f" providerId="ADAL" clId="{AF73D312-9BDE-429E-A621-E424C6701779}" dt="2022-03-28T13:33:55.017" v="816" actId="478"/>
          <ac:spMkLst>
            <pc:docMk/>
            <pc:sldMk cId="2203671568" sldId="598"/>
            <ac:spMk id="19" creationId="{00000000-0000-0000-0000-000000000000}"/>
          </ac:spMkLst>
        </pc:spChg>
        <pc:spChg chg="add mod">
          <ac:chgData name="Arslan Ay, Sakire" userId="732d719b-63b4-4597-8524-2c64f9ea8d4f" providerId="ADAL" clId="{AF73D312-9BDE-429E-A621-E424C6701779}" dt="2022-03-28T13:42:09.863" v="1166" actId="6549"/>
          <ac:spMkLst>
            <pc:docMk/>
            <pc:sldMk cId="2203671568" sldId="598"/>
            <ac:spMk id="33" creationId="{F51A956F-6236-4311-99B6-A1C3A8289D3C}"/>
          </ac:spMkLst>
        </pc:spChg>
        <pc:spChg chg="mod">
          <ac:chgData name="Arslan Ay, Sakire" userId="732d719b-63b4-4597-8524-2c64f9ea8d4f" providerId="ADAL" clId="{AF73D312-9BDE-429E-A621-E424C6701779}" dt="2022-03-28T13:43:08.057" v="1168" actId="1038"/>
          <ac:spMkLst>
            <pc:docMk/>
            <pc:sldMk cId="2203671568" sldId="598"/>
            <ac:spMk id="39" creationId="{8E7E3682-B578-468F-8268-AA8087C047D3}"/>
          </ac:spMkLst>
        </pc:spChg>
        <pc:spChg chg="mod">
          <ac:chgData name="Arslan Ay, Sakire" userId="732d719b-63b4-4597-8524-2c64f9ea8d4f" providerId="ADAL" clId="{AF73D312-9BDE-429E-A621-E424C6701779}" dt="2022-03-28T13:57:16.414" v="1275" actId="14100"/>
          <ac:spMkLst>
            <pc:docMk/>
            <pc:sldMk cId="2203671568" sldId="598"/>
            <ac:spMk id="89" creationId="{D0CB5785-E859-4277-8293-741A70CEA2D2}"/>
          </ac:spMkLst>
        </pc:spChg>
        <pc:spChg chg="mod">
          <ac:chgData name="Arslan Ay, Sakire" userId="732d719b-63b4-4597-8524-2c64f9ea8d4f" providerId="ADAL" clId="{AF73D312-9BDE-429E-A621-E424C6701779}" dt="2022-03-28T13:57:21.061" v="1277" actId="14100"/>
          <ac:spMkLst>
            <pc:docMk/>
            <pc:sldMk cId="2203671568" sldId="598"/>
            <ac:spMk id="90" creationId="{4955F87B-61BF-47B3-A063-24213ADFC4D4}"/>
          </ac:spMkLst>
        </pc:spChg>
        <pc:spChg chg="mod">
          <ac:chgData name="Arslan Ay, Sakire" userId="732d719b-63b4-4597-8524-2c64f9ea8d4f" providerId="ADAL" clId="{AF73D312-9BDE-429E-A621-E424C6701779}" dt="2022-03-28T13:57:55.830" v="1291" actId="1076"/>
          <ac:spMkLst>
            <pc:docMk/>
            <pc:sldMk cId="2203671568" sldId="598"/>
            <ac:spMk id="9237" creationId="{B9D4F1C3-622E-4EF1-8747-E6055CFFA652}"/>
          </ac:spMkLst>
        </pc:spChg>
      </pc:sldChg>
      <pc:sldChg chg="modSp new mod">
        <pc:chgData name="Arslan Ay, Sakire" userId="732d719b-63b4-4597-8524-2c64f9ea8d4f" providerId="ADAL" clId="{AF73D312-9BDE-429E-A621-E424C6701779}" dt="2022-03-29T05:06:04.891" v="1631" actId="20577"/>
        <pc:sldMkLst>
          <pc:docMk/>
          <pc:sldMk cId="3934199991" sldId="599"/>
        </pc:sldMkLst>
        <pc:spChg chg="mod">
          <ac:chgData name="Arslan Ay, Sakire" userId="732d719b-63b4-4597-8524-2c64f9ea8d4f" providerId="ADAL" clId="{AF73D312-9BDE-429E-A621-E424C6701779}" dt="2022-03-29T05:04:49.055" v="1600"/>
          <ac:spMkLst>
            <pc:docMk/>
            <pc:sldMk cId="3934199991" sldId="599"/>
            <ac:spMk id="2" creationId="{27ECB0FA-F243-4D7F-B0F1-75A7CD3F277B}"/>
          </ac:spMkLst>
        </pc:spChg>
        <pc:spChg chg="mod">
          <ac:chgData name="Arslan Ay, Sakire" userId="732d719b-63b4-4597-8524-2c64f9ea8d4f" providerId="ADAL" clId="{AF73D312-9BDE-429E-A621-E424C6701779}" dt="2022-03-29T05:06:04.891" v="1631" actId="20577"/>
          <ac:spMkLst>
            <pc:docMk/>
            <pc:sldMk cId="3934199991" sldId="599"/>
            <ac:spMk id="3" creationId="{98EFAF0E-CEBA-451E-9410-876B5F2F8F58}"/>
          </ac:spMkLst>
        </pc:spChg>
      </pc:sldChg>
      <pc:sldChg chg="addSp delSp modSp new del mod modClrScheme chgLayout">
        <pc:chgData name="Arslan Ay, Sakire" userId="732d719b-63b4-4597-8524-2c64f9ea8d4f" providerId="ADAL" clId="{AF73D312-9BDE-429E-A621-E424C6701779}" dt="2022-03-29T05:06:01.600" v="1630" actId="47"/>
        <pc:sldMkLst>
          <pc:docMk/>
          <pc:sldMk cId="565787755" sldId="600"/>
        </pc:sldMkLst>
        <pc:spChg chg="del mod ord">
          <ac:chgData name="Arslan Ay, Sakire" userId="732d719b-63b4-4597-8524-2c64f9ea8d4f" providerId="ADAL" clId="{AF73D312-9BDE-429E-A621-E424C6701779}" dt="2022-03-29T05:05:49.415" v="1628" actId="700"/>
          <ac:spMkLst>
            <pc:docMk/>
            <pc:sldMk cId="565787755" sldId="600"/>
            <ac:spMk id="2" creationId="{CA71800F-358B-4EBA-82D2-5784BE804382}"/>
          </ac:spMkLst>
        </pc:spChg>
        <pc:spChg chg="mod ord">
          <ac:chgData name="Arslan Ay, Sakire" userId="732d719b-63b4-4597-8524-2c64f9ea8d4f" providerId="ADAL" clId="{AF73D312-9BDE-429E-A621-E424C6701779}" dt="2022-03-29T05:05:49.415" v="1628" actId="700"/>
          <ac:spMkLst>
            <pc:docMk/>
            <pc:sldMk cId="565787755" sldId="600"/>
            <ac:spMk id="3" creationId="{74118B35-B6AE-4D79-B5F3-FCC9458E8A87}"/>
          </ac:spMkLst>
        </pc:spChg>
        <pc:spChg chg="mod ord">
          <ac:chgData name="Arslan Ay, Sakire" userId="732d719b-63b4-4597-8524-2c64f9ea8d4f" providerId="ADAL" clId="{AF73D312-9BDE-429E-A621-E424C6701779}" dt="2022-03-29T05:05:49.415" v="1628" actId="700"/>
          <ac:spMkLst>
            <pc:docMk/>
            <pc:sldMk cId="565787755" sldId="600"/>
            <ac:spMk id="4" creationId="{98495008-8CD7-4DCE-8E65-4A158326556A}"/>
          </ac:spMkLst>
        </pc:spChg>
        <pc:spChg chg="add mod ord">
          <ac:chgData name="Arslan Ay, Sakire" userId="732d719b-63b4-4597-8524-2c64f9ea8d4f" providerId="ADAL" clId="{AF73D312-9BDE-429E-A621-E424C6701779}" dt="2022-03-29T05:05:55.437" v="1629"/>
          <ac:spMkLst>
            <pc:docMk/>
            <pc:sldMk cId="565787755" sldId="600"/>
            <ac:spMk id="5" creationId="{2E1A8265-05B8-47E2-A877-AC3D43E0A044}"/>
          </ac:spMkLst>
        </pc:spChg>
      </pc:sldChg>
      <pc:sldChg chg="addSp delSp modSp add mod">
        <pc:chgData name="Arslan Ay, Sakire" userId="732d719b-63b4-4597-8524-2c64f9ea8d4f" providerId="ADAL" clId="{AF73D312-9BDE-429E-A621-E424C6701779}" dt="2022-03-29T05:30:52.536" v="1951" actId="1038"/>
        <pc:sldMkLst>
          <pc:docMk/>
          <pc:sldMk cId="923429077" sldId="600"/>
        </pc:sldMkLst>
        <pc:spChg chg="mod">
          <ac:chgData name="Arslan Ay, Sakire" userId="732d719b-63b4-4597-8524-2c64f9ea8d4f" providerId="ADAL" clId="{AF73D312-9BDE-429E-A621-E424C6701779}" dt="2022-03-29T05:08:43.547" v="1686" actId="27636"/>
          <ac:spMkLst>
            <pc:docMk/>
            <pc:sldMk cId="923429077" sldId="600"/>
            <ac:spMk id="2" creationId="{27ECB0FA-F243-4D7F-B0F1-75A7CD3F277B}"/>
          </ac:spMkLst>
        </pc:spChg>
        <pc:spChg chg="mod">
          <ac:chgData name="Arslan Ay, Sakire" userId="732d719b-63b4-4597-8524-2c64f9ea8d4f" providerId="ADAL" clId="{AF73D312-9BDE-429E-A621-E424C6701779}" dt="2022-03-29T05:08:59.552" v="1727" actId="20577"/>
          <ac:spMkLst>
            <pc:docMk/>
            <pc:sldMk cId="923429077" sldId="600"/>
            <ac:spMk id="3" creationId="{98EFAF0E-CEBA-451E-9410-876B5F2F8F58}"/>
          </ac:spMkLst>
        </pc:spChg>
        <pc:spChg chg="add mod">
          <ac:chgData name="Arslan Ay, Sakire" userId="732d719b-63b4-4597-8524-2c64f9ea8d4f" providerId="ADAL" clId="{AF73D312-9BDE-429E-A621-E424C6701779}" dt="2022-03-29T05:09:16.209" v="1728"/>
          <ac:spMkLst>
            <pc:docMk/>
            <pc:sldMk cId="923429077" sldId="600"/>
            <ac:spMk id="5" creationId="{A2EB6B18-F33D-45FB-8BFB-1E8505785265}"/>
          </ac:spMkLst>
        </pc:spChg>
        <pc:spChg chg="add mod">
          <ac:chgData name="Arslan Ay, Sakire" userId="732d719b-63b4-4597-8524-2c64f9ea8d4f" providerId="ADAL" clId="{AF73D312-9BDE-429E-A621-E424C6701779}" dt="2022-03-29T05:22:47.346" v="1861" actId="1035"/>
          <ac:spMkLst>
            <pc:docMk/>
            <pc:sldMk cId="923429077" sldId="600"/>
            <ac:spMk id="6" creationId="{5180861D-8B5C-40CD-B6ED-FB3E0FB62B47}"/>
          </ac:spMkLst>
        </pc:spChg>
        <pc:spChg chg="add mod">
          <ac:chgData name="Arslan Ay, Sakire" userId="732d719b-63b4-4597-8524-2c64f9ea8d4f" providerId="ADAL" clId="{AF73D312-9BDE-429E-A621-E424C6701779}" dt="2022-03-29T05:22:47.346" v="1861" actId="1035"/>
          <ac:spMkLst>
            <pc:docMk/>
            <pc:sldMk cId="923429077" sldId="600"/>
            <ac:spMk id="7" creationId="{35E98CBB-FAEC-4A73-A107-F7B750A6B60A}"/>
          </ac:spMkLst>
        </pc:spChg>
        <pc:spChg chg="add mod">
          <ac:chgData name="Arslan Ay, Sakire" userId="732d719b-63b4-4597-8524-2c64f9ea8d4f" providerId="ADAL" clId="{AF73D312-9BDE-429E-A621-E424C6701779}" dt="2022-03-29T05:22:47.346" v="1861" actId="1035"/>
          <ac:spMkLst>
            <pc:docMk/>
            <pc:sldMk cId="923429077" sldId="600"/>
            <ac:spMk id="10" creationId="{29BDB83F-4FAA-4411-9D4C-14851C43F4DD}"/>
          </ac:spMkLst>
        </pc:spChg>
        <pc:spChg chg="add mod">
          <ac:chgData name="Arslan Ay, Sakire" userId="732d719b-63b4-4597-8524-2c64f9ea8d4f" providerId="ADAL" clId="{AF73D312-9BDE-429E-A621-E424C6701779}" dt="2022-03-29T05:22:47.346" v="1861" actId="1035"/>
          <ac:spMkLst>
            <pc:docMk/>
            <pc:sldMk cId="923429077" sldId="600"/>
            <ac:spMk id="11" creationId="{74E000CA-E772-4E31-A277-E7EF72CF9FC7}"/>
          </ac:spMkLst>
        </pc:spChg>
        <pc:spChg chg="add mod">
          <ac:chgData name="Arslan Ay, Sakire" userId="732d719b-63b4-4597-8524-2c64f9ea8d4f" providerId="ADAL" clId="{AF73D312-9BDE-429E-A621-E424C6701779}" dt="2022-03-29T05:22:47.346" v="1861" actId="1035"/>
          <ac:spMkLst>
            <pc:docMk/>
            <pc:sldMk cId="923429077" sldId="600"/>
            <ac:spMk id="14" creationId="{A949D87C-A6F5-4806-A955-3B275C827BD3}"/>
          </ac:spMkLst>
        </pc:spChg>
        <pc:spChg chg="add mod">
          <ac:chgData name="Arslan Ay, Sakire" userId="732d719b-63b4-4597-8524-2c64f9ea8d4f" providerId="ADAL" clId="{AF73D312-9BDE-429E-A621-E424C6701779}" dt="2022-03-29T05:22:47.346" v="1861" actId="1035"/>
          <ac:spMkLst>
            <pc:docMk/>
            <pc:sldMk cId="923429077" sldId="600"/>
            <ac:spMk id="15" creationId="{19371616-A180-4F58-B6B7-E5BB64CF25B9}"/>
          </ac:spMkLst>
        </pc:spChg>
        <pc:spChg chg="add mod">
          <ac:chgData name="Arslan Ay, Sakire" userId="732d719b-63b4-4597-8524-2c64f9ea8d4f" providerId="ADAL" clId="{AF73D312-9BDE-429E-A621-E424C6701779}" dt="2022-03-29T05:22:47.346" v="1861" actId="1035"/>
          <ac:spMkLst>
            <pc:docMk/>
            <pc:sldMk cId="923429077" sldId="600"/>
            <ac:spMk id="20" creationId="{E2CD1E0D-750B-4BC7-B251-A3993FEB54BE}"/>
          </ac:spMkLst>
        </pc:spChg>
        <pc:spChg chg="add mod">
          <ac:chgData name="Arslan Ay, Sakire" userId="732d719b-63b4-4597-8524-2c64f9ea8d4f" providerId="ADAL" clId="{AF73D312-9BDE-429E-A621-E424C6701779}" dt="2022-03-29T05:22:47.346" v="1861" actId="1035"/>
          <ac:spMkLst>
            <pc:docMk/>
            <pc:sldMk cId="923429077" sldId="600"/>
            <ac:spMk id="21" creationId="{56C29C17-AB7F-4490-B89F-F465E51C2B4A}"/>
          </ac:spMkLst>
        </pc:spChg>
        <pc:spChg chg="add mod">
          <ac:chgData name="Arslan Ay, Sakire" userId="732d719b-63b4-4597-8524-2c64f9ea8d4f" providerId="ADAL" clId="{AF73D312-9BDE-429E-A621-E424C6701779}" dt="2022-03-29T05:22:47.346" v="1861" actId="1035"/>
          <ac:spMkLst>
            <pc:docMk/>
            <pc:sldMk cId="923429077" sldId="600"/>
            <ac:spMk id="23" creationId="{BFC1FFC2-E5CB-4C78-AB25-08C414A5EF66}"/>
          </ac:spMkLst>
        </pc:spChg>
        <pc:spChg chg="add mod">
          <ac:chgData name="Arslan Ay, Sakire" userId="732d719b-63b4-4597-8524-2c64f9ea8d4f" providerId="ADAL" clId="{AF73D312-9BDE-429E-A621-E424C6701779}" dt="2022-03-29T05:22:47.346" v="1861" actId="1035"/>
          <ac:spMkLst>
            <pc:docMk/>
            <pc:sldMk cId="923429077" sldId="600"/>
            <ac:spMk id="28" creationId="{DCE4EDD4-7905-4544-B708-BF8CB645E998}"/>
          </ac:spMkLst>
        </pc:spChg>
        <pc:spChg chg="add mod">
          <ac:chgData name="Arslan Ay, Sakire" userId="732d719b-63b4-4597-8524-2c64f9ea8d4f" providerId="ADAL" clId="{AF73D312-9BDE-429E-A621-E424C6701779}" dt="2022-03-29T05:28:15.503" v="1885" actId="20577"/>
          <ac:spMkLst>
            <pc:docMk/>
            <pc:sldMk cId="923429077" sldId="600"/>
            <ac:spMk id="29" creationId="{34BD9977-C2CB-444D-9F3D-F4B414AE1E34}"/>
          </ac:spMkLst>
        </pc:spChg>
        <pc:spChg chg="add mod">
          <ac:chgData name="Arslan Ay, Sakire" userId="732d719b-63b4-4597-8524-2c64f9ea8d4f" providerId="ADAL" clId="{AF73D312-9BDE-429E-A621-E424C6701779}" dt="2022-03-29T05:29:44.283" v="1929" actId="5793"/>
          <ac:spMkLst>
            <pc:docMk/>
            <pc:sldMk cId="923429077" sldId="600"/>
            <ac:spMk id="30" creationId="{97197137-B25C-4CFB-940C-414F28EC85B8}"/>
          </ac:spMkLst>
        </pc:spChg>
        <pc:spChg chg="add mod">
          <ac:chgData name="Arslan Ay, Sakire" userId="732d719b-63b4-4597-8524-2c64f9ea8d4f" providerId="ADAL" clId="{AF73D312-9BDE-429E-A621-E424C6701779}" dt="2022-03-29T05:30:10.272" v="1941" actId="20577"/>
          <ac:spMkLst>
            <pc:docMk/>
            <pc:sldMk cId="923429077" sldId="600"/>
            <ac:spMk id="31" creationId="{11036D57-48F9-45B5-9F99-4DF894A03D21}"/>
          </ac:spMkLst>
        </pc:spChg>
        <pc:spChg chg="add del mod">
          <ac:chgData name="Arslan Ay, Sakire" userId="732d719b-63b4-4597-8524-2c64f9ea8d4f" providerId="ADAL" clId="{AF73D312-9BDE-429E-A621-E424C6701779}" dt="2022-03-29T05:23:30.873" v="1875" actId="478"/>
          <ac:spMkLst>
            <pc:docMk/>
            <pc:sldMk cId="923429077" sldId="600"/>
            <ac:spMk id="32" creationId="{1935BA7A-4C40-4165-AD07-AB138219450E}"/>
          </ac:spMkLst>
        </pc:spChg>
        <pc:spChg chg="add del mod">
          <ac:chgData name="Arslan Ay, Sakire" userId="732d719b-63b4-4597-8524-2c64f9ea8d4f" providerId="ADAL" clId="{AF73D312-9BDE-429E-A621-E424C6701779}" dt="2022-03-29T05:27:31.430" v="1879"/>
          <ac:spMkLst>
            <pc:docMk/>
            <pc:sldMk cId="923429077" sldId="600"/>
            <ac:spMk id="33" creationId="{C7A4DFD2-7237-4D26-84FA-CBD092525726}"/>
          </ac:spMkLst>
        </pc:spChg>
        <pc:spChg chg="add del mod">
          <ac:chgData name="Arslan Ay, Sakire" userId="732d719b-63b4-4597-8524-2c64f9ea8d4f" providerId="ADAL" clId="{AF73D312-9BDE-429E-A621-E424C6701779}" dt="2022-03-29T05:29:05.902" v="1891"/>
          <ac:spMkLst>
            <pc:docMk/>
            <pc:sldMk cId="923429077" sldId="600"/>
            <ac:spMk id="34" creationId="{4540B303-E1A9-4F2A-86AF-24240BBB36AA}"/>
          </ac:spMkLst>
        </pc:spChg>
        <pc:spChg chg="add mod">
          <ac:chgData name="Arslan Ay, Sakire" userId="732d719b-63b4-4597-8524-2c64f9ea8d4f" providerId="ADAL" clId="{AF73D312-9BDE-429E-A621-E424C6701779}" dt="2022-03-29T05:29:29.443" v="1924" actId="207"/>
          <ac:spMkLst>
            <pc:docMk/>
            <pc:sldMk cId="923429077" sldId="600"/>
            <ac:spMk id="35" creationId="{70100329-CEA4-41CE-86C8-712F0A512286}"/>
          </ac:spMkLst>
        </pc:spChg>
        <pc:spChg chg="add mod">
          <ac:chgData name="Arslan Ay, Sakire" userId="732d719b-63b4-4597-8524-2c64f9ea8d4f" providerId="ADAL" clId="{AF73D312-9BDE-429E-A621-E424C6701779}" dt="2022-03-29T05:30:52.536" v="1951" actId="1038"/>
          <ac:spMkLst>
            <pc:docMk/>
            <pc:sldMk cId="923429077" sldId="600"/>
            <ac:spMk id="36" creationId="{63F7DA39-8658-42C1-91E4-69CE777E6EA2}"/>
          </ac:spMkLst>
        </pc:spChg>
        <pc:spChg chg="add mod">
          <ac:chgData name="Arslan Ay, Sakire" userId="732d719b-63b4-4597-8524-2c64f9ea8d4f" providerId="ADAL" clId="{AF73D312-9BDE-429E-A621-E424C6701779}" dt="2022-03-29T05:30:48.993" v="1948" actId="1038"/>
          <ac:spMkLst>
            <pc:docMk/>
            <pc:sldMk cId="923429077" sldId="600"/>
            <ac:spMk id="37" creationId="{EC8B2C36-2973-4737-B17B-73D1D8E863D8}"/>
          </ac:spMkLst>
        </pc:spChg>
        <pc:cxnChg chg="add mod">
          <ac:chgData name="Arslan Ay, Sakire" userId="732d719b-63b4-4597-8524-2c64f9ea8d4f" providerId="ADAL" clId="{AF73D312-9BDE-429E-A621-E424C6701779}" dt="2022-03-29T05:22:47.346" v="1861" actId="1035"/>
          <ac:cxnSpMkLst>
            <pc:docMk/>
            <pc:sldMk cId="923429077" sldId="600"/>
            <ac:cxnSpMk id="9" creationId="{6DC0E1FC-299B-4D08-B834-665219464E15}"/>
          </ac:cxnSpMkLst>
        </pc:cxnChg>
        <pc:cxnChg chg="add mod">
          <ac:chgData name="Arslan Ay, Sakire" userId="732d719b-63b4-4597-8524-2c64f9ea8d4f" providerId="ADAL" clId="{AF73D312-9BDE-429E-A621-E424C6701779}" dt="2022-03-29T05:22:47.346" v="1861" actId="1035"/>
          <ac:cxnSpMkLst>
            <pc:docMk/>
            <pc:sldMk cId="923429077" sldId="600"/>
            <ac:cxnSpMk id="13" creationId="{6D9D4F2C-FB8C-4C16-9444-99A650FCD3E2}"/>
          </ac:cxnSpMkLst>
        </pc:cxnChg>
        <pc:cxnChg chg="add mod">
          <ac:chgData name="Arslan Ay, Sakire" userId="732d719b-63b4-4597-8524-2c64f9ea8d4f" providerId="ADAL" clId="{AF73D312-9BDE-429E-A621-E424C6701779}" dt="2022-03-29T05:22:47.346" v="1861" actId="1035"/>
          <ac:cxnSpMkLst>
            <pc:docMk/>
            <pc:sldMk cId="923429077" sldId="600"/>
            <ac:cxnSpMk id="16" creationId="{CE4DC6CD-73B6-43B6-9150-CADDE4E48B46}"/>
          </ac:cxnSpMkLst>
        </pc:cxnChg>
        <pc:cxnChg chg="add mod">
          <ac:chgData name="Arslan Ay, Sakire" userId="732d719b-63b4-4597-8524-2c64f9ea8d4f" providerId="ADAL" clId="{AF73D312-9BDE-429E-A621-E424C6701779}" dt="2022-03-29T05:22:47.346" v="1861" actId="1035"/>
          <ac:cxnSpMkLst>
            <pc:docMk/>
            <pc:sldMk cId="923429077" sldId="600"/>
            <ac:cxnSpMk id="22" creationId="{7FCCAAEB-2EEC-4221-AFE2-BC57A52759B7}"/>
          </ac:cxnSpMkLst>
        </pc:cxnChg>
      </pc:sldChg>
    </pc:docChg>
  </pc:docChgLst>
  <pc:docChgLst>
    <pc:chgData name="Arslan Ay, Sakire" userId="732d719b-63b4-4597-8524-2c64f9ea8d4f" providerId="ADAL" clId="{BD008927-A657-46BF-801B-4FD3CBA4D2F5}"/>
    <pc:docChg chg="undo custSel addSld delSld modSld">
      <pc:chgData name="Arslan Ay, Sakire" userId="732d719b-63b4-4597-8524-2c64f9ea8d4f" providerId="ADAL" clId="{BD008927-A657-46BF-801B-4FD3CBA4D2F5}" dt="2021-04-27T02:54:03.040" v="262" actId="6549"/>
      <pc:docMkLst>
        <pc:docMk/>
      </pc:docMkLst>
      <pc:sldChg chg="addSp delSp modSp mod">
        <pc:chgData name="Arslan Ay, Sakire" userId="732d719b-63b4-4597-8524-2c64f9ea8d4f" providerId="ADAL" clId="{BD008927-A657-46BF-801B-4FD3CBA4D2F5}" dt="2021-04-27T02:54:03.040" v="262" actId="6549"/>
        <pc:sldMkLst>
          <pc:docMk/>
          <pc:sldMk cId="3497524689" sldId="307"/>
        </pc:sldMkLst>
        <pc:spChg chg="mod">
          <ac:chgData name="Arslan Ay, Sakire" userId="732d719b-63b4-4597-8524-2c64f9ea8d4f" providerId="ADAL" clId="{BD008927-A657-46BF-801B-4FD3CBA4D2F5}" dt="2021-04-27T02:54:03.040" v="262" actId="6549"/>
          <ac:spMkLst>
            <pc:docMk/>
            <pc:sldMk cId="3497524689" sldId="307"/>
            <ac:spMk id="3" creationId="{1A728C06-1600-49E4-9150-DF31A6D36419}"/>
          </ac:spMkLst>
        </pc:spChg>
        <pc:spChg chg="add del mod">
          <ac:chgData name="Arslan Ay, Sakire" userId="732d719b-63b4-4597-8524-2c64f9ea8d4f" providerId="ADAL" clId="{BD008927-A657-46BF-801B-4FD3CBA4D2F5}" dt="2021-04-27T02:45:52.965" v="123" actId="478"/>
          <ac:spMkLst>
            <pc:docMk/>
            <pc:sldMk cId="3497524689" sldId="307"/>
            <ac:spMk id="5" creationId="{200ECAC4-383D-4D49-838E-BAC02AF26EFB}"/>
          </ac:spMkLst>
        </pc:spChg>
        <pc:spChg chg="add del">
          <ac:chgData name="Arslan Ay, Sakire" userId="732d719b-63b4-4597-8524-2c64f9ea8d4f" providerId="ADAL" clId="{BD008927-A657-46BF-801B-4FD3CBA4D2F5}" dt="2021-04-27T02:45:33.350" v="112"/>
          <ac:spMkLst>
            <pc:docMk/>
            <pc:sldMk cId="3497524689" sldId="307"/>
            <ac:spMk id="6" creationId="{5AC23C44-3D24-496F-AD45-34621989C431}"/>
          </ac:spMkLst>
        </pc:spChg>
        <pc:spChg chg="add del">
          <ac:chgData name="Arslan Ay, Sakire" userId="732d719b-63b4-4597-8524-2c64f9ea8d4f" providerId="ADAL" clId="{BD008927-A657-46BF-801B-4FD3CBA4D2F5}" dt="2021-04-27T02:45:33.350" v="112"/>
          <ac:spMkLst>
            <pc:docMk/>
            <pc:sldMk cId="3497524689" sldId="307"/>
            <ac:spMk id="7" creationId="{4C1C0989-2971-433E-8CEC-2A91A38AA46E}"/>
          </ac:spMkLst>
        </pc:spChg>
        <pc:spChg chg="add del">
          <ac:chgData name="Arslan Ay, Sakire" userId="732d719b-63b4-4597-8524-2c64f9ea8d4f" providerId="ADAL" clId="{BD008927-A657-46BF-801B-4FD3CBA4D2F5}" dt="2021-04-27T02:45:33.350" v="112"/>
          <ac:spMkLst>
            <pc:docMk/>
            <pc:sldMk cId="3497524689" sldId="307"/>
            <ac:spMk id="8" creationId="{CC01F2CE-DC91-4757-885F-8F07A46310E0}"/>
          </ac:spMkLst>
        </pc:spChg>
        <pc:spChg chg="add del">
          <ac:chgData name="Arslan Ay, Sakire" userId="732d719b-63b4-4597-8524-2c64f9ea8d4f" providerId="ADAL" clId="{BD008927-A657-46BF-801B-4FD3CBA4D2F5}" dt="2021-04-27T02:45:38.396" v="115"/>
          <ac:spMkLst>
            <pc:docMk/>
            <pc:sldMk cId="3497524689" sldId="307"/>
            <ac:spMk id="9" creationId="{61CF7401-4F35-4CAD-845B-EF9B03B3174E}"/>
          </ac:spMkLst>
        </pc:spChg>
        <pc:spChg chg="add del">
          <ac:chgData name="Arslan Ay, Sakire" userId="732d719b-63b4-4597-8524-2c64f9ea8d4f" providerId="ADAL" clId="{BD008927-A657-46BF-801B-4FD3CBA4D2F5}" dt="2021-04-27T02:45:38.396" v="115"/>
          <ac:spMkLst>
            <pc:docMk/>
            <pc:sldMk cId="3497524689" sldId="307"/>
            <ac:spMk id="10" creationId="{CA82DCE4-72EA-4E3D-9C95-7E1C78F7A542}"/>
          </ac:spMkLst>
        </pc:spChg>
        <pc:spChg chg="add del">
          <ac:chgData name="Arslan Ay, Sakire" userId="732d719b-63b4-4597-8524-2c64f9ea8d4f" providerId="ADAL" clId="{BD008927-A657-46BF-801B-4FD3CBA4D2F5}" dt="2021-04-27T02:45:38.396" v="115"/>
          <ac:spMkLst>
            <pc:docMk/>
            <pc:sldMk cId="3497524689" sldId="307"/>
            <ac:spMk id="11" creationId="{4FEAD8D0-CFBE-4976-AA27-93D8A0BDDD14}"/>
          </ac:spMkLst>
        </pc:spChg>
        <pc:spChg chg="add del mod">
          <ac:chgData name="Arslan Ay, Sakire" userId="732d719b-63b4-4597-8524-2c64f9ea8d4f" providerId="ADAL" clId="{BD008927-A657-46BF-801B-4FD3CBA4D2F5}" dt="2021-04-27T02:45:51.006" v="122"/>
          <ac:spMkLst>
            <pc:docMk/>
            <pc:sldMk cId="3497524689" sldId="307"/>
            <ac:spMk id="12" creationId="{843BEAC8-649D-4967-8A90-B5E18BE1966A}"/>
          </ac:spMkLst>
        </pc:spChg>
        <pc:spChg chg="add del mod">
          <ac:chgData name="Arslan Ay, Sakire" userId="732d719b-63b4-4597-8524-2c64f9ea8d4f" providerId="ADAL" clId="{BD008927-A657-46BF-801B-4FD3CBA4D2F5}" dt="2021-04-27T02:45:51.006" v="122"/>
          <ac:spMkLst>
            <pc:docMk/>
            <pc:sldMk cId="3497524689" sldId="307"/>
            <ac:spMk id="13" creationId="{83AD10A1-9EF0-4E9B-B291-9CEC1506A17A}"/>
          </ac:spMkLst>
        </pc:spChg>
        <pc:spChg chg="add del mod">
          <ac:chgData name="Arslan Ay, Sakire" userId="732d719b-63b4-4597-8524-2c64f9ea8d4f" providerId="ADAL" clId="{BD008927-A657-46BF-801B-4FD3CBA4D2F5}" dt="2021-04-27T02:45:51.006" v="122"/>
          <ac:spMkLst>
            <pc:docMk/>
            <pc:sldMk cId="3497524689" sldId="307"/>
            <ac:spMk id="14" creationId="{D5FFD027-58AB-4911-9D96-3B71C8D1E6E5}"/>
          </ac:spMkLst>
        </pc:spChg>
        <pc:spChg chg="add mod">
          <ac:chgData name="Arslan Ay, Sakire" userId="732d719b-63b4-4597-8524-2c64f9ea8d4f" providerId="ADAL" clId="{BD008927-A657-46BF-801B-4FD3CBA4D2F5}" dt="2021-04-27T02:51:54.047" v="212" actId="1076"/>
          <ac:spMkLst>
            <pc:docMk/>
            <pc:sldMk cId="3497524689" sldId="307"/>
            <ac:spMk id="15" creationId="{39A65CE4-BCAA-447C-9CB8-AC35BBC93CDC}"/>
          </ac:spMkLst>
        </pc:spChg>
        <pc:spChg chg="add mod">
          <ac:chgData name="Arslan Ay, Sakire" userId="732d719b-63b4-4597-8524-2c64f9ea8d4f" providerId="ADAL" clId="{BD008927-A657-46BF-801B-4FD3CBA4D2F5}" dt="2021-04-27T02:52:49.394" v="250" actId="255"/>
          <ac:spMkLst>
            <pc:docMk/>
            <pc:sldMk cId="3497524689" sldId="307"/>
            <ac:spMk id="16" creationId="{AC245113-33F4-43DF-8933-F8387AA99AC2}"/>
          </ac:spMkLst>
        </pc:spChg>
        <pc:spChg chg="add mod">
          <ac:chgData name="Arslan Ay, Sakire" userId="732d719b-63b4-4597-8524-2c64f9ea8d4f" providerId="ADAL" clId="{BD008927-A657-46BF-801B-4FD3CBA4D2F5}" dt="2021-04-27T02:52:13.122" v="216" actId="404"/>
          <ac:spMkLst>
            <pc:docMk/>
            <pc:sldMk cId="3497524689" sldId="307"/>
            <ac:spMk id="17" creationId="{7E46A593-182F-4CED-98D8-5203DC06C32B}"/>
          </ac:spMkLst>
        </pc:spChg>
      </pc:sldChg>
      <pc:sldChg chg="add del">
        <pc:chgData name="Arslan Ay, Sakire" userId="732d719b-63b4-4597-8524-2c64f9ea8d4f" providerId="ADAL" clId="{BD008927-A657-46BF-801B-4FD3CBA4D2F5}" dt="2021-04-27T02:49:36.444" v="208" actId="47"/>
        <pc:sldMkLst>
          <pc:docMk/>
          <pc:sldMk cId="1749106581" sldId="311"/>
        </pc:sldMkLst>
      </pc:sldChg>
    </pc:docChg>
  </pc:docChgLst>
  <pc:docChgLst>
    <pc:chgData name="Sakire Arslan Ay" userId="732d719b-63b4-4597-8524-2c64f9ea8d4f" providerId="ADAL" clId="{9E733913-9726-4A1B-8AE4-41D112F6AB4B}"/>
    <pc:docChg chg="undo redo custSel addSld modSld sldOrd">
      <pc:chgData name="Sakire Arslan Ay" userId="732d719b-63b4-4597-8524-2c64f9ea8d4f" providerId="ADAL" clId="{9E733913-9726-4A1B-8AE4-41D112F6AB4B}" dt="2021-03-12T18:55:51.128" v="331" actId="20577"/>
      <pc:docMkLst>
        <pc:docMk/>
      </pc:docMkLst>
      <pc:sldChg chg="modSp mod">
        <pc:chgData name="Sakire Arslan Ay" userId="732d719b-63b4-4597-8524-2c64f9ea8d4f" providerId="ADAL" clId="{9E733913-9726-4A1B-8AE4-41D112F6AB4B}" dt="2021-03-01T18:33:54.588" v="10" actId="20577"/>
        <pc:sldMkLst>
          <pc:docMk/>
          <pc:sldMk cId="2428821721" sldId="281"/>
        </pc:sldMkLst>
        <pc:spChg chg="mod">
          <ac:chgData name="Sakire Arslan Ay" userId="732d719b-63b4-4597-8524-2c64f9ea8d4f" providerId="ADAL" clId="{9E733913-9726-4A1B-8AE4-41D112F6AB4B}" dt="2021-03-01T18:33:54.588" v="10" actId="20577"/>
          <ac:spMkLst>
            <pc:docMk/>
            <pc:sldMk cId="2428821721" sldId="281"/>
            <ac:spMk id="3" creationId="{00000000-0000-0000-0000-000000000000}"/>
          </ac:spMkLst>
        </pc:spChg>
      </pc:sldChg>
      <pc:sldChg chg="modSp mod">
        <pc:chgData name="Sakire Arslan Ay" userId="732d719b-63b4-4597-8524-2c64f9ea8d4f" providerId="ADAL" clId="{9E733913-9726-4A1B-8AE4-41D112F6AB4B}" dt="2021-03-01T18:34:24.204" v="18" actId="15"/>
        <pc:sldMkLst>
          <pc:docMk/>
          <pc:sldMk cId="3254685767" sldId="295"/>
        </pc:sldMkLst>
        <pc:spChg chg="mod">
          <ac:chgData name="Sakire Arslan Ay" userId="732d719b-63b4-4597-8524-2c64f9ea8d4f" providerId="ADAL" clId="{9E733913-9726-4A1B-8AE4-41D112F6AB4B}" dt="2021-03-01T18:34:24.204" v="18" actId="15"/>
          <ac:spMkLst>
            <pc:docMk/>
            <pc:sldMk cId="3254685767" sldId="295"/>
            <ac:spMk id="3" creationId="{00000000-0000-0000-0000-000000000000}"/>
          </ac:spMkLst>
        </pc:spChg>
      </pc:sldChg>
      <pc:sldChg chg="modSp mod">
        <pc:chgData name="Sakire Arslan Ay" userId="732d719b-63b4-4597-8524-2c64f9ea8d4f" providerId="ADAL" clId="{9E733913-9726-4A1B-8AE4-41D112F6AB4B}" dt="2021-03-12T18:55:51.128" v="331" actId="20577"/>
        <pc:sldMkLst>
          <pc:docMk/>
          <pc:sldMk cId="149817032" sldId="303"/>
        </pc:sldMkLst>
        <pc:spChg chg="mod">
          <ac:chgData name="Sakire Arslan Ay" userId="732d719b-63b4-4597-8524-2c64f9ea8d4f" providerId="ADAL" clId="{9E733913-9726-4A1B-8AE4-41D112F6AB4B}" dt="2021-03-12T18:55:51.128" v="331" actId="20577"/>
          <ac:spMkLst>
            <pc:docMk/>
            <pc:sldMk cId="149817032" sldId="303"/>
            <ac:spMk id="3" creationId="{00000000-0000-0000-0000-000000000000}"/>
          </ac:spMkLst>
        </pc:spChg>
      </pc:sldChg>
      <pc:sldChg chg="addSp modSp mod">
        <pc:chgData name="Sakire Arslan Ay" userId="732d719b-63b4-4597-8524-2c64f9ea8d4f" providerId="ADAL" clId="{9E733913-9726-4A1B-8AE4-41D112F6AB4B}" dt="2021-03-01T18:48:51.505" v="324" actId="13822"/>
        <pc:sldMkLst>
          <pc:docMk/>
          <pc:sldMk cId="37251274" sldId="329"/>
        </pc:sldMkLst>
        <pc:spChg chg="mod">
          <ac:chgData name="Sakire Arslan Ay" userId="732d719b-63b4-4597-8524-2c64f9ea8d4f" providerId="ADAL" clId="{9E733913-9726-4A1B-8AE4-41D112F6AB4B}" dt="2021-03-01T18:37:27.078" v="38"/>
          <ac:spMkLst>
            <pc:docMk/>
            <pc:sldMk cId="37251274" sldId="329"/>
            <ac:spMk id="2" creationId="{00000000-0000-0000-0000-000000000000}"/>
          </ac:spMkLst>
        </pc:spChg>
        <pc:spChg chg="mod">
          <ac:chgData name="Sakire Arslan Ay" userId="732d719b-63b4-4597-8524-2c64f9ea8d4f" providerId="ADAL" clId="{9E733913-9726-4A1B-8AE4-41D112F6AB4B}" dt="2021-03-01T18:47:45.506" v="285" actId="207"/>
          <ac:spMkLst>
            <pc:docMk/>
            <pc:sldMk cId="37251274" sldId="329"/>
            <ac:spMk id="3" creationId="{00000000-0000-0000-0000-000000000000}"/>
          </ac:spMkLst>
        </pc:spChg>
        <pc:spChg chg="add mod">
          <ac:chgData name="Sakire Arslan Ay" userId="732d719b-63b4-4597-8524-2c64f9ea8d4f" providerId="ADAL" clId="{9E733913-9726-4A1B-8AE4-41D112F6AB4B}" dt="2021-03-01T18:48:51.505" v="324" actId="13822"/>
          <ac:spMkLst>
            <pc:docMk/>
            <pc:sldMk cId="37251274" sldId="329"/>
            <ac:spMk id="4" creationId="{44911A66-7312-4CE1-9717-7C6747A5B24E}"/>
          </ac:spMkLst>
        </pc:spChg>
      </pc:sldChg>
      <pc:sldChg chg="addSp modSp add mod ord">
        <pc:chgData name="Sakire Arslan Ay" userId="732d719b-63b4-4597-8524-2c64f9ea8d4f" providerId="ADAL" clId="{9E733913-9726-4A1B-8AE4-41D112F6AB4B}" dt="2021-03-01T18:36:52.583" v="36"/>
        <pc:sldMkLst>
          <pc:docMk/>
          <pc:sldMk cId="2330301927" sldId="333"/>
        </pc:sldMkLst>
        <pc:spChg chg="mod">
          <ac:chgData name="Sakire Arslan Ay" userId="732d719b-63b4-4597-8524-2c64f9ea8d4f" providerId="ADAL" clId="{9E733913-9726-4A1B-8AE4-41D112F6AB4B}" dt="2021-03-01T18:36:52.583" v="36"/>
          <ac:spMkLst>
            <pc:docMk/>
            <pc:sldMk cId="2330301927" sldId="333"/>
            <ac:spMk id="3" creationId="{00000000-0000-0000-0000-000000000000}"/>
          </ac:spMkLst>
        </pc:spChg>
        <pc:picChg chg="add mod">
          <ac:chgData name="Sakire Arslan Ay" userId="732d719b-63b4-4597-8524-2c64f9ea8d4f" providerId="ADAL" clId="{9E733913-9726-4A1B-8AE4-41D112F6AB4B}" dt="2021-03-01T18:36:14.314" v="30" actId="1076"/>
          <ac:picMkLst>
            <pc:docMk/>
            <pc:sldMk cId="2330301927" sldId="333"/>
            <ac:picMk id="1026" creationId="{7ADC83A6-A2EA-4434-8FBD-271169EB4B62}"/>
          </ac:picMkLst>
        </pc:picChg>
      </pc:sldChg>
      <pc:sldChg chg="add">
        <pc:chgData name="Sakire Arslan Ay" userId="732d719b-63b4-4597-8524-2c64f9ea8d4f" providerId="ADAL" clId="{9E733913-9726-4A1B-8AE4-41D112F6AB4B}" dt="2021-03-01T18:37:23.770" v="37" actId="2890"/>
        <pc:sldMkLst>
          <pc:docMk/>
          <pc:sldMk cId="3214428909" sldId="334"/>
        </pc:sldMkLst>
      </pc:sldChg>
    </pc:docChg>
  </pc:docChgLst>
  <pc:docChgLst>
    <pc:chgData name="Arslan Ay, Sakire" userId="732d719b-63b4-4597-8524-2c64f9ea8d4f" providerId="ADAL" clId="{81ABE0D5-E9FC-4183-B0DA-E0E9751E28B5}"/>
    <pc:docChg chg="modSld">
      <pc:chgData name="Arslan Ay, Sakire" userId="732d719b-63b4-4597-8524-2c64f9ea8d4f" providerId="ADAL" clId="{81ABE0D5-E9FC-4183-B0DA-E0E9751E28B5}" dt="2020-03-09T17:59:58.054" v="2" actId="20577"/>
      <pc:docMkLst>
        <pc:docMk/>
      </pc:docMkLst>
      <pc:sldChg chg="modSp">
        <pc:chgData name="Arslan Ay, Sakire" userId="732d719b-63b4-4597-8524-2c64f9ea8d4f" providerId="ADAL" clId="{81ABE0D5-E9FC-4183-B0DA-E0E9751E28B5}" dt="2020-03-09T17:59:58.054" v="2" actId="20577"/>
        <pc:sldMkLst>
          <pc:docMk/>
          <pc:sldMk cId="4080925607" sldId="298"/>
        </pc:sldMkLst>
        <pc:spChg chg="mod">
          <ac:chgData name="Arslan Ay, Sakire" userId="732d719b-63b4-4597-8524-2c64f9ea8d4f" providerId="ADAL" clId="{81ABE0D5-E9FC-4183-B0DA-E0E9751E28B5}" dt="2020-03-09T17:59:58.054" v="2" actId="20577"/>
          <ac:spMkLst>
            <pc:docMk/>
            <pc:sldMk cId="4080925607" sldId="298"/>
            <ac:spMk id="7" creationId="{00000000-0000-0000-0000-000000000000}"/>
          </ac:spMkLst>
        </pc:spChg>
      </pc:sldChg>
    </pc:docChg>
  </pc:docChgLst>
  <pc:docChgLst>
    <pc:chgData name="Sakire Arslan Ay" userId="732d719b-63b4-4597-8524-2c64f9ea8d4f" providerId="ADAL" clId="{870992FE-8F9F-4FCB-8982-4E60A8162A66}"/>
    <pc:docChg chg="modSld">
      <pc:chgData name="Sakire Arslan Ay" userId="732d719b-63b4-4597-8524-2c64f9ea8d4f" providerId="ADAL" clId="{870992FE-8F9F-4FCB-8982-4E60A8162A66}" dt="2019-09-27T14:21:15.572" v="3" actId="20577"/>
      <pc:docMkLst>
        <pc:docMk/>
      </pc:docMkLst>
      <pc:sldChg chg="modSp">
        <pc:chgData name="Sakire Arslan Ay" userId="732d719b-63b4-4597-8524-2c64f9ea8d4f" providerId="ADAL" clId="{870992FE-8F9F-4FCB-8982-4E60A8162A66}" dt="2019-09-27T14:21:15.572" v="3" actId="20577"/>
        <pc:sldMkLst>
          <pc:docMk/>
          <pc:sldMk cId="2428821721" sldId="281"/>
        </pc:sldMkLst>
        <pc:spChg chg="mod">
          <ac:chgData name="Sakire Arslan Ay" userId="732d719b-63b4-4597-8524-2c64f9ea8d4f" providerId="ADAL" clId="{870992FE-8F9F-4FCB-8982-4E60A8162A66}" dt="2019-09-27T14:21:15.572" v="3" actId="20577"/>
          <ac:spMkLst>
            <pc:docMk/>
            <pc:sldMk cId="2428821721" sldId="281"/>
            <ac:spMk id="3" creationId="{00000000-0000-0000-0000-000000000000}"/>
          </ac:spMkLst>
        </pc:spChg>
      </pc:sldChg>
    </pc:docChg>
  </pc:docChgLst>
  <pc:docChgLst>
    <pc:chgData name="Arslan Ay, Sakire" userId="732d719b-63b4-4597-8524-2c64f9ea8d4f" providerId="ADAL" clId="{E52A2281-2093-4AB6-BECE-5559A3E265BF}"/>
    <pc:docChg chg="undo custSel addSld delSld modSld sldOrd">
      <pc:chgData name="Arslan Ay, Sakire" userId="732d719b-63b4-4597-8524-2c64f9ea8d4f" providerId="ADAL" clId="{E52A2281-2093-4AB6-BECE-5559A3E265BF}" dt="2021-04-27T04:45:38.431" v="220" actId="47"/>
      <pc:docMkLst>
        <pc:docMk/>
      </pc:docMkLst>
      <pc:sldChg chg="modSp mod">
        <pc:chgData name="Arslan Ay, Sakire" userId="732d719b-63b4-4597-8524-2c64f9ea8d4f" providerId="ADAL" clId="{E52A2281-2093-4AB6-BECE-5559A3E265BF}" dt="2021-04-27T04:24:49.661" v="191" actId="20577"/>
        <pc:sldMkLst>
          <pc:docMk/>
          <pc:sldMk cId="1096459271" sldId="299"/>
        </pc:sldMkLst>
        <pc:spChg chg="mod">
          <ac:chgData name="Arslan Ay, Sakire" userId="732d719b-63b4-4597-8524-2c64f9ea8d4f" providerId="ADAL" clId="{E52A2281-2093-4AB6-BECE-5559A3E265BF}" dt="2021-04-27T04:24:49.661" v="191" actId="20577"/>
          <ac:spMkLst>
            <pc:docMk/>
            <pc:sldMk cId="1096459271" sldId="299"/>
            <ac:spMk id="5" creationId="{5F992DB4-4B7A-4B22-A329-6FFD9680AC29}"/>
          </ac:spMkLst>
        </pc:spChg>
      </pc:sldChg>
      <pc:sldChg chg="modSp mod">
        <pc:chgData name="Arslan Ay, Sakire" userId="732d719b-63b4-4597-8524-2c64f9ea8d4f" providerId="ADAL" clId="{E52A2281-2093-4AB6-BECE-5559A3E265BF}" dt="2021-04-27T04:38:50.078" v="219" actId="20577"/>
        <pc:sldMkLst>
          <pc:docMk/>
          <pc:sldMk cId="149817032" sldId="303"/>
        </pc:sldMkLst>
        <pc:spChg chg="mod">
          <ac:chgData name="Arslan Ay, Sakire" userId="732d719b-63b4-4597-8524-2c64f9ea8d4f" providerId="ADAL" clId="{E52A2281-2093-4AB6-BECE-5559A3E265BF}" dt="2021-04-27T04:38:50.078" v="219" actId="20577"/>
          <ac:spMkLst>
            <pc:docMk/>
            <pc:sldMk cId="149817032" sldId="303"/>
            <ac:spMk id="3" creationId="{00000000-0000-0000-0000-000000000000}"/>
          </ac:spMkLst>
        </pc:spChg>
      </pc:sldChg>
      <pc:sldChg chg="del">
        <pc:chgData name="Arslan Ay, Sakire" userId="732d719b-63b4-4597-8524-2c64f9ea8d4f" providerId="ADAL" clId="{E52A2281-2093-4AB6-BECE-5559A3E265BF}" dt="2021-04-27T04:45:38.431" v="220" actId="47"/>
        <pc:sldMkLst>
          <pc:docMk/>
          <pc:sldMk cId="3535607876" sldId="305"/>
        </pc:sldMkLst>
      </pc:sldChg>
      <pc:sldChg chg="modSp mod">
        <pc:chgData name="Arslan Ay, Sakire" userId="732d719b-63b4-4597-8524-2c64f9ea8d4f" providerId="ADAL" clId="{E52A2281-2093-4AB6-BECE-5559A3E265BF}" dt="2021-04-27T04:05:05.314" v="181" actId="20577"/>
        <pc:sldMkLst>
          <pc:docMk/>
          <pc:sldMk cId="3944748516" sldId="308"/>
        </pc:sldMkLst>
        <pc:spChg chg="mod">
          <ac:chgData name="Arslan Ay, Sakire" userId="732d719b-63b4-4597-8524-2c64f9ea8d4f" providerId="ADAL" clId="{E52A2281-2093-4AB6-BECE-5559A3E265BF}" dt="2021-04-27T04:05:05.314" v="181" actId="20577"/>
          <ac:spMkLst>
            <pc:docMk/>
            <pc:sldMk cId="3944748516" sldId="308"/>
            <ac:spMk id="3" creationId="{1A728C06-1600-49E4-9150-DF31A6D36419}"/>
          </ac:spMkLst>
        </pc:spChg>
      </pc:sldChg>
      <pc:sldChg chg="modSp mod">
        <pc:chgData name="Arslan Ay, Sakire" userId="732d719b-63b4-4597-8524-2c64f9ea8d4f" providerId="ADAL" clId="{E52A2281-2093-4AB6-BECE-5559A3E265BF}" dt="2021-04-27T04:12:12.672" v="184" actId="20577"/>
        <pc:sldMkLst>
          <pc:docMk/>
          <pc:sldMk cId="34760487" sldId="309"/>
        </pc:sldMkLst>
        <pc:spChg chg="mod">
          <ac:chgData name="Arslan Ay, Sakire" userId="732d719b-63b4-4597-8524-2c64f9ea8d4f" providerId="ADAL" clId="{E52A2281-2093-4AB6-BECE-5559A3E265BF}" dt="2021-04-27T04:12:12.672" v="184" actId="20577"/>
          <ac:spMkLst>
            <pc:docMk/>
            <pc:sldMk cId="34760487" sldId="309"/>
            <ac:spMk id="6" creationId="{E4048A1A-0924-4750-89D3-DC6990928C76}"/>
          </ac:spMkLst>
        </pc:spChg>
      </pc:sldChg>
      <pc:sldChg chg="addSp modSp new mod ord">
        <pc:chgData name="Arslan Ay, Sakire" userId="732d719b-63b4-4597-8524-2c64f9ea8d4f" providerId="ADAL" clId="{E52A2281-2093-4AB6-BECE-5559A3E265BF}" dt="2021-04-27T04:37:22.720" v="203" actId="20578"/>
        <pc:sldMkLst>
          <pc:docMk/>
          <pc:sldMk cId="2625090592" sldId="311"/>
        </pc:sldMkLst>
        <pc:spChg chg="mod">
          <ac:chgData name="Arslan Ay, Sakire" userId="732d719b-63b4-4597-8524-2c64f9ea8d4f" providerId="ADAL" clId="{E52A2281-2093-4AB6-BECE-5559A3E265BF}" dt="2021-04-27T03:37:56.212" v="20" actId="20577"/>
          <ac:spMkLst>
            <pc:docMk/>
            <pc:sldMk cId="2625090592" sldId="311"/>
            <ac:spMk id="2" creationId="{D0BE34EE-1B14-4041-AD67-A08C07CE0903}"/>
          </ac:spMkLst>
        </pc:spChg>
        <pc:spChg chg="mod">
          <ac:chgData name="Arslan Ay, Sakire" userId="732d719b-63b4-4597-8524-2c64f9ea8d4f" providerId="ADAL" clId="{E52A2281-2093-4AB6-BECE-5559A3E265BF}" dt="2021-04-27T03:46:36.239" v="79" actId="20577"/>
          <ac:spMkLst>
            <pc:docMk/>
            <pc:sldMk cId="2625090592" sldId="311"/>
            <ac:spMk id="3" creationId="{EA62A134-9B55-44AF-91DA-796518A9F952}"/>
          </ac:spMkLst>
        </pc:spChg>
        <pc:spChg chg="add mod">
          <ac:chgData name="Arslan Ay, Sakire" userId="732d719b-63b4-4597-8524-2c64f9ea8d4f" providerId="ADAL" clId="{E52A2281-2093-4AB6-BECE-5559A3E265BF}" dt="2021-04-27T04:34:38.362" v="195" actId="6549"/>
          <ac:spMkLst>
            <pc:docMk/>
            <pc:sldMk cId="2625090592" sldId="311"/>
            <ac:spMk id="5" creationId="{08761117-D431-4567-B2F6-C8FB40632C96}"/>
          </ac:spMkLst>
        </pc:spChg>
        <pc:spChg chg="add mod">
          <ac:chgData name="Arslan Ay, Sakire" userId="732d719b-63b4-4597-8524-2c64f9ea8d4f" providerId="ADAL" clId="{E52A2281-2093-4AB6-BECE-5559A3E265BF}" dt="2021-04-27T04:34:41.425" v="196" actId="6549"/>
          <ac:spMkLst>
            <pc:docMk/>
            <pc:sldMk cId="2625090592" sldId="311"/>
            <ac:spMk id="6" creationId="{3AFC54BC-8214-4024-9B91-B7C83998D94E}"/>
          </ac:spMkLst>
        </pc:spChg>
        <pc:spChg chg="add mod">
          <ac:chgData name="Arslan Ay, Sakire" userId="732d719b-63b4-4597-8524-2c64f9ea8d4f" providerId="ADAL" clId="{E52A2281-2093-4AB6-BECE-5559A3E265BF}" dt="2021-04-27T03:51:30.044" v="100" actId="20577"/>
          <ac:spMkLst>
            <pc:docMk/>
            <pc:sldMk cId="2625090592" sldId="311"/>
            <ac:spMk id="7" creationId="{85B3D6D6-241C-4E4D-B494-77F94BBD8DF9}"/>
          </ac:spMkLst>
        </pc:spChg>
        <pc:spChg chg="add mod">
          <ac:chgData name="Arslan Ay, Sakire" userId="732d719b-63b4-4597-8524-2c64f9ea8d4f" providerId="ADAL" clId="{E52A2281-2093-4AB6-BECE-5559A3E265BF}" dt="2021-04-27T03:51:32.990" v="102" actId="20577"/>
          <ac:spMkLst>
            <pc:docMk/>
            <pc:sldMk cId="2625090592" sldId="311"/>
            <ac:spMk id="8" creationId="{968930C8-E8E6-4AFE-9FC3-2A4A355FE946}"/>
          </ac:spMkLst>
        </pc:spChg>
        <pc:spChg chg="add mod">
          <ac:chgData name="Arslan Ay, Sakire" userId="732d719b-63b4-4597-8524-2c64f9ea8d4f" providerId="ADAL" clId="{E52A2281-2093-4AB6-BECE-5559A3E265BF}" dt="2021-04-27T04:34:43.316" v="197" actId="6549"/>
          <ac:spMkLst>
            <pc:docMk/>
            <pc:sldMk cId="2625090592" sldId="311"/>
            <ac:spMk id="9" creationId="{33237B8E-D20D-41C7-BB74-A939552DF242}"/>
          </ac:spMkLst>
        </pc:spChg>
        <pc:spChg chg="add mod">
          <ac:chgData name="Arslan Ay, Sakire" userId="732d719b-63b4-4597-8524-2c64f9ea8d4f" providerId="ADAL" clId="{E52A2281-2093-4AB6-BECE-5559A3E265BF}" dt="2021-04-27T03:53:36.525" v="130" actId="20577"/>
          <ac:spMkLst>
            <pc:docMk/>
            <pc:sldMk cId="2625090592" sldId="311"/>
            <ac:spMk id="10" creationId="{AF9FE5D7-AF31-4001-8F69-0A561AE4EE8E}"/>
          </ac:spMkLst>
        </pc:spChg>
      </pc:sldChg>
    </pc:docChg>
  </pc:docChgLst>
  <pc:docChgLst>
    <pc:chgData name="Arslan Ay, Sakire" userId="732d719b-63b4-4597-8524-2c64f9ea8d4f" providerId="ADAL" clId="{870992FE-8F9F-4FCB-8982-4E60A8162A66}"/>
    <pc:docChg chg="undo custSel addSld modSld sldOrd">
      <pc:chgData name="Arslan Ay, Sakire" userId="732d719b-63b4-4597-8524-2c64f9ea8d4f" providerId="ADAL" clId="{870992FE-8F9F-4FCB-8982-4E60A8162A66}" dt="2019-10-14T14:24:50.645" v="458" actId="113"/>
      <pc:docMkLst>
        <pc:docMk/>
      </pc:docMkLst>
      <pc:sldChg chg="modSp">
        <pc:chgData name="Arslan Ay, Sakire" userId="732d719b-63b4-4597-8524-2c64f9ea8d4f" providerId="ADAL" clId="{870992FE-8F9F-4FCB-8982-4E60A8162A66}" dt="2019-10-11T14:24:02.762" v="457" actId="6549"/>
        <pc:sldMkLst>
          <pc:docMk/>
          <pc:sldMk cId="3963805524" sldId="313"/>
        </pc:sldMkLst>
        <pc:spChg chg="mod">
          <ac:chgData name="Arslan Ay, Sakire" userId="732d719b-63b4-4597-8524-2c64f9ea8d4f" providerId="ADAL" clId="{870992FE-8F9F-4FCB-8982-4E60A8162A66}" dt="2019-10-11T14:24:02.762" v="457" actId="6549"/>
          <ac:spMkLst>
            <pc:docMk/>
            <pc:sldMk cId="3963805524" sldId="313"/>
            <ac:spMk id="3" creationId="{00000000-0000-0000-0000-000000000000}"/>
          </ac:spMkLst>
        </pc:spChg>
      </pc:sldChg>
      <pc:sldChg chg="modSp">
        <pc:chgData name="Arslan Ay, Sakire" userId="732d719b-63b4-4597-8524-2c64f9ea8d4f" providerId="ADAL" clId="{870992FE-8F9F-4FCB-8982-4E60A8162A66}" dt="2019-10-14T14:24:50.645" v="458" actId="113"/>
        <pc:sldMkLst>
          <pc:docMk/>
          <pc:sldMk cId="294078179" sldId="327"/>
        </pc:sldMkLst>
        <pc:spChg chg="mod">
          <ac:chgData name="Arslan Ay, Sakire" userId="732d719b-63b4-4597-8524-2c64f9ea8d4f" providerId="ADAL" clId="{870992FE-8F9F-4FCB-8982-4E60A8162A66}" dt="2019-10-14T14:24:50.645" v="458" actId="113"/>
          <ac:spMkLst>
            <pc:docMk/>
            <pc:sldMk cId="294078179" sldId="327"/>
            <ac:spMk id="5" creationId="{00000000-0000-0000-0000-000000000000}"/>
          </ac:spMkLst>
        </pc:spChg>
      </pc:sldChg>
      <pc:sldChg chg="addSp modSp add ord">
        <pc:chgData name="Arslan Ay, Sakire" userId="732d719b-63b4-4597-8524-2c64f9ea8d4f" providerId="ADAL" clId="{870992FE-8F9F-4FCB-8982-4E60A8162A66}" dt="2019-10-11T14:04:55.799" v="400" actId="313"/>
        <pc:sldMkLst>
          <pc:docMk/>
          <pc:sldMk cId="3517240348" sldId="331"/>
        </pc:sldMkLst>
        <pc:spChg chg="mod">
          <ac:chgData name="Arslan Ay, Sakire" userId="732d719b-63b4-4597-8524-2c64f9ea8d4f" providerId="ADAL" clId="{870992FE-8F9F-4FCB-8982-4E60A8162A66}" dt="2019-10-11T13:51:02.249" v="53" actId="6549"/>
          <ac:spMkLst>
            <pc:docMk/>
            <pc:sldMk cId="3517240348" sldId="331"/>
            <ac:spMk id="2" creationId="{00000000-0000-0000-0000-000000000000}"/>
          </ac:spMkLst>
        </pc:spChg>
        <pc:spChg chg="mod">
          <ac:chgData name="Arslan Ay, Sakire" userId="732d719b-63b4-4597-8524-2c64f9ea8d4f" providerId="ADAL" clId="{870992FE-8F9F-4FCB-8982-4E60A8162A66}" dt="2019-10-11T13:53:48.592" v="179" actId="2711"/>
          <ac:spMkLst>
            <pc:docMk/>
            <pc:sldMk cId="3517240348" sldId="331"/>
            <ac:spMk id="3" creationId="{00000000-0000-0000-0000-000000000000}"/>
          </ac:spMkLst>
        </pc:spChg>
        <pc:spChg chg="mod">
          <ac:chgData name="Arslan Ay, Sakire" userId="732d719b-63b4-4597-8524-2c64f9ea8d4f" providerId="ADAL" clId="{870992FE-8F9F-4FCB-8982-4E60A8162A66}" dt="2019-10-11T13:49:51.504" v="33" actId="404"/>
          <ac:spMkLst>
            <pc:docMk/>
            <pc:sldMk cId="3517240348" sldId="331"/>
            <ac:spMk id="7" creationId="{00000000-0000-0000-0000-000000000000}"/>
          </ac:spMkLst>
        </pc:spChg>
        <pc:spChg chg="add mod">
          <ac:chgData name="Arslan Ay, Sakire" userId="732d719b-63b4-4597-8524-2c64f9ea8d4f" providerId="ADAL" clId="{870992FE-8F9F-4FCB-8982-4E60A8162A66}" dt="2019-10-11T14:04:55.799" v="400" actId="313"/>
          <ac:spMkLst>
            <pc:docMk/>
            <pc:sldMk cId="3517240348" sldId="331"/>
            <ac:spMk id="8" creationId="{B1F2BF64-5C9D-406F-9970-2965926358C6}"/>
          </ac:spMkLst>
        </pc:spChg>
      </pc:sldChg>
      <pc:sldChg chg="addSp delSp modSp add">
        <pc:chgData name="Arslan Ay, Sakire" userId="732d719b-63b4-4597-8524-2c64f9ea8d4f" providerId="ADAL" clId="{870992FE-8F9F-4FCB-8982-4E60A8162A66}" dt="2019-10-11T14:17:39.603" v="445" actId="20577"/>
        <pc:sldMkLst>
          <pc:docMk/>
          <pc:sldMk cId="1708359192" sldId="332"/>
        </pc:sldMkLst>
        <pc:spChg chg="mod">
          <ac:chgData name="Arslan Ay, Sakire" userId="732d719b-63b4-4597-8524-2c64f9ea8d4f" providerId="ADAL" clId="{870992FE-8F9F-4FCB-8982-4E60A8162A66}" dt="2019-10-11T14:02:12.886" v="390" actId="1076"/>
          <ac:spMkLst>
            <pc:docMk/>
            <pc:sldMk cId="1708359192" sldId="332"/>
            <ac:spMk id="2" creationId="{00000000-0000-0000-0000-000000000000}"/>
          </ac:spMkLst>
        </pc:spChg>
        <pc:spChg chg="del">
          <ac:chgData name="Arslan Ay, Sakire" userId="732d719b-63b4-4597-8524-2c64f9ea8d4f" providerId="ADAL" clId="{870992FE-8F9F-4FCB-8982-4E60A8162A66}" dt="2019-10-11T13:54:08.636" v="180" actId="478"/>
          <ac:spMkLst>
            <pc:docMk/>
            <pc:sldMk cId="1708359192" sldId="332"/>
            <ac:spMk id="3" creationId="{00000000-0000-0000-0000-000000000000}"/>
          </ac:spMkLst>
        </pc:spChg>
        <pc:spChg chg="add del mod">
          <ac:chgData name="Arslan Ay, Sakire" userId="732d719b-63b4-4597-8524-2c64f9ea8d4f" providerId="ADAL" clId="{870992FE-8F9F-4FCB-8982-4E60A8162A66}" dt="2019-10-11T13:54:12.219" v="181" actId="478"/>
          <ac:spMkLst>
            <pc:docMk/>
            <pc:sldMk cId="1708359192" sldId="332"/>
            <ac:spMk id="5" creationId="{C31E4786-3FC4-4D56-B2F5-9FC1403DDCC5}"/>
          </ac:spMkLst>
        </pc:spChg>
        <pc:spChg chg="mod">
          <ac:chgData name="Arslan Ay, Sakire" userId="732d719b-63b4-4597-8524-2c64f9ea8d4f" providerId="ADAL" clId="{870992FE-8F9F-4FCB-8982-4E60A8162A66}" dt="2019-10-11T14:17:39.603" v="445" actId="20577"/>
          <ac:spMkLst>
            <pc:docMk/>
            <pc:sldMk cId="1708359192" sldId="332"/>
            <ac:spMk id="7" creationId="{00000000-0000-0000-0000-000000000000}"/>
          </ac:spMkLst>
        </pc:spChg>
        <pc:spChg chg="add del">
          <ac:chgData name="Arslan Ay, Sakire" userId="732d719b-63b4-4597-8524-2c64f9ea8d4f" providerId="ADAL" clId="{870992FE-8F9F-4FCB-8982-4E60A8162A66}" dt="2019-10-11T13:50:21.148" v="36"/>
          <ac:spMkLst>
            <pc:docMk/>
            <pc:sldMk cId="1708359192" sldId="332"/>
            <ac:spMk id="8" creationId="{FAFA5B89-73E6-445E-83BA-0DE240DA109A}"/>
          </ac:spMkLst>
        </pc:spChg>
        <pc:spChg chg="add mod">
          <ac:chgData name="Arslan Ay, Sakire" userId="732d719b-63b4-4597-8524-2c64f9ea8d4f" providerId="ADAL" clId="{870992FE-8F9F-4FCB-8982-4E60A8162A66}" dt="2019-10-11T14:02:33.519" v="395" actId="207"/>
          <ac:spMkLst>
            <pc:docMk/>
            <pc:sldMk cId="1708359192" sldId="332"/>
            <ac:spMk id="9" creationId="{1C96EFF0-795D-467E-A8C9-61F46D292831}"/>
          </ac:spMkLst>
        </pc:spChg>
      </pc:sldChg>
    </pc:docChg>
  </pc:docChgLst>
  <pc:docChgLst>
    <pc:chgData name="Arslan Ay, Sakire" userId="732d719b-63b4-4597-8524-2c64f9ea8d4f" providerId="ADAL" clId="{AD94AFB9-4343-4173-95BA-CD697D4C0046}"/>
    <pc:docChg chg="undo custSel addSld delSld modSld sldOrd">
      <pc:chgData name="Arslan Ay, Sakire" userId="732d719b-63b4-4597-8524-2c64f9ea8d4f" providerId="ADAL" clId="{AD94AFB9-4343-4173-95BA-CD697D4C0046}" dt="2022-03-30T17:07:51.328" v="2903" actId="1076"/>
      <pc:docMkLst>
        <pc:docMk/>
      </pc:docMkLst>
      <pc:sldChg chg="modSp mod modClrScheme chgLayout">
        <pc:chgData name="Arslan Ay, Sakire" userId="732d719b-63b4-4597-8524-2c64f9ea8d4f" providerId="ADAL" clId="{AD94AFB9-4343-4173-95BA-CD697D4C0046}" dt="2022-03-30T16:34:20.050" v="2853" actId="1076"/>
        <pc:sldMkLst>
          <pc:docMk/>
          <pc:sldMk cId="2428821721" sldId="281"/>
        </pc:sldMkLst>
        <pc:spChg chg="mod ord">
          <ac:chgData name="Arslan Ay, Sakire" userId="732d719b-63b4-4597-8524-2c64f9ea8d4f" providerId="ADAL" clId="{AD94AFB9-4343-4173-95BA-CD697D4C0046}" dt="2022-03-30T16:34:15.706" v="2852" actId="1076"/>
          <ac:spMkLst>
            <pc:docMk/>
            <pc:sldMk cId="2428821721" sldId="281"/>
            <ac:spMk id="2" creationId="{00000000-0000-0000-0000-000000000000}"/>
          </ac:spMkLst>
        </pc:spChg>
        <pc:spChg chg="mod ord">
          <ac:chgData name="Arslan Ay, Sakire" userId="732d719b-63b4-4597-8524-2c64f9ea8d4f" providerId="ADAL" clId="{AD94AFB9-4343-4173-95BA-CD697D4C0046}" dt="2022-03-30T16:34:20.050" v="2853" actId="1076"/>
          <ac:spMkLst>
            <pc:docMk/>
            <pc:sldMk cId="2428821721" sldId="281"/>
            <ac:spMk id="3" creationId="{00000000-0000-0000-0000-000000000000}"/>
          </ac:spMkLst>
        </pc:spChg>
      </pc:sldChg>
      <pc:sldChg chg="addSp delSp modSp add mod">
        <pc:chgData name="Arslan Ay, Sakire" userId="732d719b-63b4-4597-8524-2c64f9ea8d4f" providerId="ADAL" clId="{AD94AFB9-4343-4173-95BA-CD697D4C0046}" dt="2022-03-30T16:32:23.827" v="2835" actId="20577"/>
        <pc:sldMkLst>
          <pc:docMk/>
          <pc:sldMk cId="1873487374" sldId="282"/>
        </pc:sldMkLst>
        <pc:spChg chg="mod">
          <ac:chgData name="Arslan Ay, Sakire" userId="732d719b-63b4-4597-8524-2c64f9ea8d4f" providerId="ADAL" clId="{AD94AFB9-4343-4173-95BA-CD697D4C0046}" dt="2022-03-30T00:37:57.385" v="2740" actId="14100"/>
          <ac:spMkLst>
            <pc:docMk/>
            <pc:sldMk cId="1873487374" sldId="282"/>
            <ac:spMk id="6" creationId="{D1390935-82C4-4EEC-B652-9EA10D1A0531}"/>
          </ac:spMkLst>
        </pc:spChg>
        <pc:spChg chg="add mod">
          <ac:chgData name="Arslan Ay, Sakire" userId="732d719b-63b4-4597-8524-2c64f9ea8d4f" providerId="ADAL" clId="{AD94AFB9-4343-4173-95BA-CD697D4C0046}" dt="2022-03-30T16:32:23.827" v="2835" actId="20577"/>
          <ac:spMkLst>
            <pc:docMk/>
            <pc:sldMk cId="1873487374" sldId="282"/>
            <ac:spMk id="12" creationId="{F2379AFD-01E3-411A-BCFE-CD473F457330}"/>
          </ac:spMkLst>
        </pc:spChg>
        <pc:spChg chg="mod">
          <ac:chgData name="Arslan Ay, Sakire" userId="732d719b-63b4-4597-8524-2c64f9ea8d4f" providerId="ADAL" clId="{AD94AFB9-4343-4173-95BA-CD697D4C0046}" dt="2022-03-30T16:31:47.089" v="2814" actId="948"/>
          <ac:spMkLst>
            <pc:docMk/>
            <pc:sldMk cId="1873487374" sldId="282"/>
            <ac:spMk id="18" creationId="{70864D84-6DD3-48D8-B54B-A376D5896D1B}"/>
          </ac:spMkLst>
        </pc:spChg>
        <pc:spChg chg="del">
          <ac:chgData name="Arslan Ay, Sakire" userId="732d719b-63b4-4597-8524-2c64f9ea8d4f" providerId="ADAL" clId="{AD94AFB9-4343-4173-95BA-CD697D4C0046}" dt="2022-03-30T00:36:43.017" v="2725" actId="478"/>
          <ac:spMkLst>
            <pc:docMk/>
            <pc:sldMk cId="1873487374" sldId="282"/>
            <ac:spMk id="19" creationId="{72EEFFBD-D5A4-4F20-A499-6F5CB88F68BA}"/>
          </ac:spMkLst>
        </pc:spChg>
        <pc:graphicFrameChg chg="add del mod">
          <ac:chgData name="Arslan Ay, Sakire" userId="732d719b-63b4-4597-8524-2c64f9ea8d4f" providerId="ADAL" clId="{AD94AFB9-4343-4173-95BA-CD697D4C0046}" dt="2022-03-30T00:41:34.871" v="2798"/>
          <ac:graphicFrameMkLst>
            <pc:docMk/>
            <pc:sldMk cId="1873487374" sldId="282"/>
            <ac:graphicFrameMk id="2" creationId="{A6796496-6667-4F31-9CF9-E3CE1C63AB42}"/>
          </ac:graphicFrameMkLst>
        </pc:graphicFrameChg>
        <pc:graphicFrameChg chg="add del mod">
          <ac:chgData name="Arslan Ay, Sakire" userId="732d719b-63b4-4597-8524-2c64f9ea8d4f" providerId="ADAL" clId="{AD94AFB9-4343-4173-95BA-CD697D4C0046}" dt="2022-03-30T00:41:42.093" v="2801"/>
          <ac:graphicFrameMkLst>
            <pc:docMk/>
            <pc:sldMk cId="1873487374" sldId="282"/>
            <ac:graphicFrameMk id="4" creationId="{2B9163F1-DA7D-49EA-A2E6-2744111C48DB}"/>
          </ac:graphicFrameMkLst>
        </pc:graphicFrameChg>
      </pc:sldChg>
      <pc:sldChg chg="addSp modSp mod ord">
        <pc:chgData name="Arslan Ay, Sakire" userId="732d719b-63b4-4597-8524-2c64f9ea8d4f" providerId="ADAL" clId="{AD94AFB9-4343-4173-95BA-CD697D4C0046}" dt="2022-03-29T19:40:27.342" v="1860"/>
        <pc:sldMkLst>
          <pc:docMk/>
          <pc:sldMk cId="1096459271" sldId="299"/>
        </pc:sldMkLst>
        <pc:spChg chg="mod">
          <ac:chgData name="Arslan Ay, Sakire" userId="732d719b-63b4-4597-8524-2c64f9ea8d4f" providerId="ADAL" clId="{AD94AFB9-4343-4173-95BA-CD697D4C0046}" dt="2022-03-28T00:30:12.106" v="106" actId="255"/>
          <ac:spMkLst>
            <pc:docMk/>
            <pc:sldMk cId="1096459271" sldId="299"/>
            <ac:spMk id="3" creationId="{00000000-0000-0000-0000-000000000000}"/>
          </ac:spMkLst>
        </pc:spChg>
        <pc:spChg chg="mod">
          <ac:chgData name="Arslan Ay, Sakire" userId="732d719b-63b4-4597-8524-2c64f9ea8d4f" providerId="ADAL" clId="{AD94AFB9-4343-4173-95BA-CD697D4C0046}" dt="2022-03-28T00:31:31.828" v="131" actId="1076"/>
          <ac:spMkLst>
            <pc:docMk/>
            <pc:sldMk cId="1096459271" sldId="299"/>
            <ac:spMk id="5" creationId="{5F992DB4-4B7A-4B22-A329-6FFD9680AC29}"/>
          </ac:spMkLst>
        </pc:spChg>
        <pc:spChg chg="add mod">
          <ac:chgData name="Arslan Ay, Sakire" userId="732d719b-63b4-4597-8524-2c64f9ea8d4f" providerId="ADAL" clId="{AD94AFB9-4343-4173-95BA-CD697D4C0046}" dt="2022-03-28T00:30:35.538" v="111" actId="14100"/>
          <ac:spMkLst>
            <pc:docMk/>
            <pc:sldMk cId="1096459271" sldId="299"/>
            <ac:spMk id="7" creationId="{BBE59A3C-7FB1-41EE-9DBC-B79A66390173}"/>
          </ac:spMkLst>
        </pc:spChg>
      </pc:sldChg>
      <pc:sldChg chg="addSp delSp modSp del mod">
        <pc:chgData name="Arslan Ay, Sakire" userId="732d719b-63b4-4597-8524-2c64f9ea8d4f" providerId="ADAL" clId="{AD94AFB9-4343-4173-95BA-CD697D4C0046}" dt="2022-03-28T00:28:51.365" v="69" actId="47"/>
        <pc:sldMkLst>
          <pc:docMk/>
          <pc:sldMk cId="3791040948" sldId="300"/>
        </pc:sldMkLst>
        <pc:spChg chg="del mod">
          <ac:chgData name="Arslan Ay, Sakire" userId="732d719b-63b4-4597-8524-2c64f9ea8d4f" providerId="ADAL" clId="{AD94AFB9-4343-4173-95BA-CD697D4C0046}" dt="2022-03-28T00:28:38.749" v="66" actId="21"/>
          <ac:spMkLst>
            <pc:docMk/>
            <pc:sldMk cId="3791040948" sldId="300"/>
            <ac:spMk id="3" creationId="{00000000-0000-0000-0000-000000000000}"/>
          </ac:spMkLst>
        </pc:spChg>
        <pc:spChg chg="add mod">
          <ac:chgData name="Arslan Ay, Sakire" userId="732d719b-63b4-4597-8524-2c64f9ea8d4f" providerId="ADAL" clId="{AD94AFB9-4343-4173-95BA-CD697D4C0046}" dt="2022-03-28T00:28:38.749" v="66" actId="21"/>
          <ac:spMkLst>
            <pc:docMk/>
            <pc:sldMk cId="3791040948" sldId="300"/>
            <ac:spMk id="4" creationId="{8D46984B-56BA-4C10-86F5-EE69484E08D9}"/>
          </ac:spMkLst>
        </pc:spChg>
        <pc:spChg chg="del">
          <ac:chgData name="Arslan Ay, Sakire" userId="732d719b-63b4-4597-8524-2c64f9ea8d4f" providerId="ADAL" clId="{AD94AFB9-4343-4173-95BA-CD697D4C0046}" dt="2022-03-28T00:28:28.592" v="62" actId="478"/>
          <ac:spMkLst>
            <pc:docMk/>
            <pc:sldMk cId="3791040948" sldId="300"/>
            <ac:spMk id="5" creationId="{84A9A02A-606A-42AD-B567-06F60567078A}"/>
          </ac:spMkLst>
        </pc:spChg>
      </pc:sldChg>
      <pc:sldChg chg="modSp mod ord">
        <pc:chgData name="Arslan Ay, Sakire" userId="732d719b-63b4-4597-8524-2c64f9ea8d4f" providerId="ADAL" clId="{AD94AFB9-4343-4173-95BA-CD697D4C0046}" dt="2022-03-29T19:39:14.667" v="1840"/>
        <pc:sldMkLst>
          <pc:docMk/>
          <pc:sldMk cId="4033504117" sldId="301"/>
        </pc:sldMkLst>
        <pc:spChg chg="mod">
          <ac:chgData name="Arslan Ay, Sakire" userId="732d719b-63b4-4597-8524-2c64f9ea8d4f" providerId="ADAL" clId="{AD94AFB9-4343-4173-95BA-CD697D4C0046}" dt="2022-03-28T00:29:05.035" v="71" actId="6549"/>
          <ac:spMkLst>
            <pc:docMk/>
            <pc:sldMk cId="4033504117" sldId="301"/>
            <ac:spMk id="3" creationId="{00000000-0000-0000-0000-000000000000}"/>
          </ac:spMkLst>
        </pc:spChg>
      </pc:sldChg>
      <pc:sldChg chg="del">
        <pc:chgData name="Arslan Ay, Sakire" userId="732d719b-63b4-4597-8524-2c64f9ea8d4f" providerId="ADAL" clId="{AD94AFB9-4343-4173-95BA-CD697D4C0046}" dt="2022-03-28T00:31:44.414" v="132" actId="47"/>
        <pc:sldMkLst>
          <pc:docMk/>
          <pc:sldMk cId="3828486100" sldId="302"/>
        </pc:sldMkLst>
      </pc:sldChg>
      <pc:sldChg chg="ord">
        <pc:chgData name="Arslan Ay, Sakire" userId="732d719b-63b4-4597-8524-2c64f9ea8d4f" providerId="ADAL" clId="{AD94AFB9-4343-4173-95BA-CD697D4C0046}" dt="2022-03-29T19:41:38.707" v="1865"/>
        <pc:sldMkLst>
          <pc:docMk/>
          <pc:sldMk cId="149817032" sldId="303"/>
        </pc:sldMkLst>
      </pc:sldChg>
      <pc:sldChg chg="del">
        <pc:chgData name="Arslan Ay, Sakire" userId="732d719b-63b4-4597-8524-2c64f9ea8d4f" providerId="ADAL" clId="{AD94AFB9-4343-4173-95BA-CD697D4C0046}" dt="2022-03-29T19:42:45.793" v="1873" actId="47"/>
        <pc:sldMkLst>
          <pc:docMk/>
          <pc:sldMk cId="3635108682" sldId="304"/>
        </pc:sldMkLst>
      </pc:sldChg>
      <pc:sldChg chg="ord modNotesTx">
        <pc:chgData name="Arslan Ay, Sakire" userId="732d719b-63b4-4597-8524-2c64f9ea8d4f" providerId="ADAL" clId="{AD94AFB9-4343-4173-95BA-CD697D4C0046}" dt="2022-03-30T16:40:55.400" v="2864" actId="6549"/>
        <pc:sldMkLst>
          <pc:docMk/>
          <pc:sldMk cId="196664672" sldId="306"/>
        </pc:sldMkLst>
      </pc:sldChg>
      <pc:sldChg chg="delSp modSp mod ord modNotesTx">
        <pc:chgData name="Arslan Ay, Sakire" userId="732d719b-63b4-4597-8524-2c64f9ea8d4f" providerId="ADAL" clId="{AD94AFB9-4343-4173-95BA-CD697D4C0046}" dt="2022-03-30T16:45:15.263" v="2877" actId="1076"/>
        <pc:sldMkLst>
          <pc:docMk/>
          <pc:sldMk cId="3497524689" sldId="307"/>
        </pc:sldMkLst>
        <pc:spChg chg="mod">
          <ac:chgData name="Arslan Ay, Sakire" userId="732d719b-63b4-4597-8524-2c64f9ea8d4f" providerId="ADAL" clId="{AD94AFB9-4343-4173-95BA-CD697D4C0046}" dt="2022-03-30T16:45:15.263" v="2877" actId="1076"/>
          <ac:spMkLst>
            <pc:docMk/>
            <pc:sldMk cId="3497524689" sldId="307"/>
            <ac:spMk id="2" creationId="{D85DBF59-15FD-4C3B-9CB1-F826C1AAF75D}"/>
          </ac:spMkLst>
        </pc:spChg>
        <pc:spChg chg="mod">
          <ac:chgData name="Arslan Ay, Sakire" userId="732d719b-63b4-4597-8524-2c64f9ea8d4f" providerId="ADAL" clId="{AD94AFB9-4343-4173-95BA-CD697D4C0046}" dt="2022-03-30T16:45:13.434" v="2876" actId="14100"/>
          <ac:spMkLst>
            <pc:docMk/>
            <pc:sldMk cId="3497524689" sldId="307"/>
            <ac:spMk id="3" creationId="{1A728C06-1600-49E4-9150-DF31A6D36419}"/>
          </ac:spMkLst>
        </pc:spChg>
        <pc:spChg chg="del">
          <ac:chgData name="Arslan Ay, Sakire" userId="732d719b-63b4-4597-8524-2c64f9ea8d4f" providerId="ADAL" clId="{AD94AFB9-4343-4173-95BA-CD697D4C0046}" dt="2022-03-28T00:26:12.357" v="42" actId="478"/>
          <ac:spMkLst>
            <pc:docMk/>
            <pc:sldMk cId="3497524689" sldId="307"/>
            <ac:spMk id="15" creationId="{39A65CE4-BCAA-447C-9CB8-AC35BBC93CDC}"/>
          </ac:spMkLst>
        </pc:spChg>
        <pc:spChg chg="del">
          <ac:chgData name="Arslan Ay, Sakire" userId="732d719b-63b4-4597-8524-2c64f9ea8d4f" providerId="ADAL" clId="{AD94AFB9-4343-4173-95BA-CD697D4C0046}" dt="2022-03-28T00:26:09.137" v="41" actId="478"/>
          <ac:spMkLst>
            <pc:docMk/>
            <pc:sldMk cId="3497524689" sldId="307"/>
            <ac:spMk id="16" creationId="{AC245113-33F4-43DF-8933-F8387AA99AC2}"/>
          </ac:spMkLst>
        </pc:spChg>
        <pc:spChg chg="del">
          <ac:chgData name="Arslan Ay, Sakire" userId="732d719b-63b4-4597-8524-2c64f9ea8d4f" providerId="ADAL" clId="{AD94AFB9-4343-4173-95BA-CD697D4C0046}" dt="2022-03-28T00:26:02.616" v="40" actId="478"/>
          <ac:spMkLst>
            <pc:docMk/>
            <pc:sldMk cId="3497524689" sldId="307"/>
            <ac:spMk id="17" creationId="{7E46A593-182F-4CED-98D8-5203DC06C32B}"/>
          </ac:spMkLst>
        </pc:spChg>
      </pc:sldChg>
      <pc:sldChg chg="ord modNotesTx">
        <pc:chgData name="Arslan Ay, Sakire" userId="732d719b-63b4-4597-8524-2c64f9ea8d4f" providerId="ADAL" clId="{AD94AFB9-4343-4173-95BA-CD697D4C0046}" dt="2022-03-30T16:41:03.205" v="2865" actId="6549"/>
        <pc:sldMkLst>
          <pc:docMk/>
          <pc:sldMk cId="3944748516" sldId="308"/>
        </pc:sldMkLst>
      </pc:sldChg>
      <pc:sldChg chg="add del mod ord modShow">
        <pc:chgData name="Arslan Ay, Sakire" userId="732d719b-63b4-4597-8524-2c64f9ea8d4f" providerId="ADAL" clId="{AD94AFB9-4343-4173-95BA-CD697D4C0046}" dt="2022-03-28T01:07:15.222" v="334" actId="2696"/>
        <pc:sldMkLst>
          <pc:docMk/>
          <pc:sldMk cId="34760487" sldId="309"/>
        </pc:sldMkLst>
      </pc:sldChg>
      <pc:sldChg chg="add del">
        <pc:chgData name="Arslan Ay, Sakire" userId="732d719b-63b4-4597-8524-2c64f9ea8d4f" providerId="ADAL" clId="{AD94AFB9-4343-4173-95BA-CD697D4C0046}" dt="2022-03-28T01:06:24.529" v="331"/>
        <pc:sldMkLst>
          <pc:docMk/>
          <pc:sldMk cId="2567019567" sldId="309"/>
        </pc:sldMkLst>
      </pc:sldChg>
      <pc:sldChg chg="add modNotesTx">
        <pc:chgData name="Arslan Ay, Sakire" userId="732d719b-63b4-4597-8524-2c64f9ea8d4f" providerId="ADAL" clId="{AD94AFB9-4343-4173-95BA-CD697D4C0046}" dt="2022-03-30T16:46:31.841" v="2879" actId="6549"/>
        <pc:sldMkLst>
          <pc:docMk/>
          <pc:sldMk cId="3574515257" sldId="309"/>
        </pc:sldMkLst>
      </pc:sldChg>
      <pc:sldChg chg="addSp modSp mod ord modNotesTx">
        <pc:chgData name="Arslan Ay, Sakire" userId="732d719b-63b4-4597-8524-2c64f9ea8d4f" providerId="ADAL" clId="{AD94AFB9-4343-4173-95BA-CD697D4C0046}" dt="2022-03-30T17:07:51.328" v="2903" actId="1076"/>
        <pc:sldMkLst>
          <pc:docMk/>
          <pc:sldMk cId="2625090592" sldId="311"/>
        </pc:sldMkLst>
        <pc:spChg chg="add mod">
          <ac:chgData name="Arslan Ay, Sakire" userId="732d719b-63b4-4597-8524-2c64f9ea8d4f" providerId="ADAL" clId="{AD94AFB9-4343-4173-95BA-CD697D4C0046}" dt="2022-03-30T17:07:51.328" v="2903" actId="1076"/>
          <ac:spMkLst>
            <pc:docMk/>
            <pc:sldMk cId="2625090592" sldId="311"/>
            <ac:spMk id="11" creationId="{2456C6B1-0A14-4C07-9E24-F90FA28AAB1E}"/>
          </ac:spMkLst>
        </pc:spChg>
      </pc:sldChg>
      <pc:sldChg chg="addSp delSp modSp new add del mod ord modClrScheme chgLayout">
        <pc:chgData name="Arslan Ay, Sakire" userId="732d719b-63b4-4597-8524-2c64f9ea8d4f" providerId="ADAL" clId="{AD94AFB9-4343-4173-95BA-CD697D4C0046}" dt="2022-03-29T19:42:32.548" v="1872" actId="47"/>
        <pc:sldMkLst>
          <pc:docMk/>
          <pc:sldMk cId="4124200948" sldId="312"/>
        </pc:sldMkLst>
        <pc:spChg chg="del mod ord">
          <ac:chgData name="Arslan Ay, Sakire" userId="732d719b-63b4-4597-8524-2c64f9ea8d4f" providerId="ADAL" clId="{AD94AFB9-4343-4173-95BA-CD697D4C0046}" dt="2022-03-28T00:32:05.624" v="134" actId="700"/>
          <ac:spMkLst>
            <pc:docMk/>
            <pc:sldMk cId="4124200948" sldId="312"/>
            <ac:spMk id="2" creationId="{547D6A84-C7B8-4950-9575-4931DFBC12A8}"/>
          </ac:spMkLst>
        </pc:spChg>
        <pc:spChg chg="del mod ord">
          <ac:chgData name="Arslan Ay, Sakire" userId="732d719b-63b4-4597-8524-2c64f9ea8d4f" providerId="ADAL" clId="{AD94AFB9-4343-4173-95BA-CD697D4C0046}" dt="2022-03-28T00:32:05.624" v="134" actId="700"/>
          <ac:spMkLst>
            <pc:docMk/>
            <pc:sldMk cId="4124200948" sldId="312"/>
            <ac:spMk id="3" creationId="{2461CB79-8A28-4512-A4EF-97133FCA0990}"/>
          </ac:spMkLst>
        </pc:spChg>
        <pc:spChg chg="mod ord modVis">
          <ac:chgData name="Arslan Ay, Sakire" userId="732d719b-63b4-4597-8524-2c64f9ea8d4f" providerId="ADAL" clId="{AD94AFB9-4343-4173-95BA-CD697D4C0046}" dt="2022-03-28T00:32:53.509" v="160" actId="26606"/>
          <ac:spMkLst>
            <pc:docMk/>
            <pc:sldMk cId="4124200948" sldId="312"/>
            <ac:spMk id="4" creationId="{D831A83D-18BB-451A-BFD6-731A917999B1}"/>
          </ac:spMkLst>
        </pc:spChg>
        <pc:spChg chg="add mod ord">
          <ac:chgData name="Arslan Ay, Sakire" userId="732d719b-63b4-4597-8524-2c64f9ea8d4f" providerId="ADAL" clId="{AD94AFB9-4343-4173-95BA-CD697D4C0046}" dt="2022-03-28T00:32:53.509" v="160" actId="26606"/>
          <ac:spMkLst>
            <pc:docMk/>
            <pc:sldMk cId="4124200948" sldId="312"/>
            <ac:spMk id="5" creationId="{F4FC41F2-B6CE-45D6-BBC0-EB9261979D7B}"/>
          </ac:spMkLst>
        </pc:spChg>
        <pc:spChg chg="add del mod ord">
          <ac:chgData name="Arslan Ay, Sakire" userId="732d719b-63b4-4597-8524-2c64f9ea8d4f" providerId="ADAL" clId="{AD94AFB9-4343-4173-95BA-CD697D4C0046}" dt="2022-03-28T00:32:26.436" v="157" actId="26606"/>
          <ac:spMkLst>
            <pc:docMk/>
            <pc:sldMk cId="4124200948" sldId="312"/>
            <ac:spMk id="6" creationId="{BCE8156C-FE68-4D69-83D6-4E53D4A149A2}"/>
          </ac:spMkLst>
        </pc:spChg>
        <pc:spChg chg="add mod">
          <ac:chgData name="Arslan Ay, Sakire" userId="732d719b-63b4-4597-8524-2c64f9ea8d4f" providerId="ADAL" clId="{AD94AFB9-4343-4173-95BA-CD697D4C0046}" dt="2022-03-28T00:32:53.509" v="160" actId="26606"/>
          <ac:spMkLst>
            <pc:docMk/>
            <pc:sldMk cId="4124200948" sldId="312"/>
            <ac:spMk id="8" creationId="{0952109E-A2DA-302D-FD90-687CCB5A1F0C}"/>
          </ac:spMkLst>
        </pc:spChg>
        <pc:spChg chg="add del mod">
          <ac:chgData name="Arslan Ay, Sakire" userId="732d719b-63b4-4597-8524-2c64f9ea8d4f" providerId="ADAL" clId="{AD94AFB9-4343-4173-95BA-CD697D4C0046}" dt="2022-03-28T00:32:40.548" v="158" actId="700"/>
          <ac:spMkLst>
            <pc:docMk/>
            <pc:sldMk cId="4124200948" sldId="312"/>
            <ac:spMk id="11" creationId="{5078238A-9299-E5D1-2583-C7AFECA49C4F}"/>
          </ac:spMkLst>
        </pc:spChg>
        <pc:picChg chg="add del">
          <ac:chgData name="Arslan Ay, Sakire" userId="732d719b-63b4-4597-8524-2c64f9ea8d4f" providerId="ADAL" clId="{AD94AFB9-4343-4173-95BA-CD697D4C0046}" dt="2022-03-28T00:50:07.714" v="161" actId="478"/>
          <ac:picMkLst>
            <pc:docMk/>
            <pc:sldMk cId="4124200948" sldId="312"/>
            <ac:picMk id="7" creationId="{2C0D4128-898C-4710-06E9-A3ED449177E5}"/>
          </ac:picMkLst>
        </pc:picChg>
        <pc:picChg chg="add mod">
          <ac:chgData name="Arslan Ay, Sakire" userId="732d719b-63b4-4597-8524-2c64f9ea8d4f" providerId="ADAL" clId="{AD94AFB9-4343-4173-95BA-CD697D4C0046}" dt="2022-03-28T00:51:54.807" v="168" actId="1440"/>
          <ac:picMkLst>
            <pc:docMk/>
            <pc:sldMk cId="4124200948" sldId="312"/>
            <ac:picMk id="10" creationId="{DE8CDCB7-FEBD-4DC7-A3BB-805C19B64F6E}"/>
          </ac:picMkLst>
        </pc:picChg>
      </pc:sldChg>
      <pc:sldChg chg="modSp new mod">
        <pc:chgData name="Arslan Ay, Sakire" userId="732d719b-63b4-4597-8524-2c64f9ea8d4f" providerId="ADAL" clId="{AD94AFB9-4343-4173-95BA-CD697D4C0046}" dt="2022-03-30T16:34:53.707" v="2856" actId="1076"/>
        <pc:sldMkLst>
          <pc:docMk/>
          <pc:sldMk cId="951524141" sldId="313"/>
        </pc:sldMkLst>
        <pc:spChg chg="mod">
          <ac:chgData name="Arslan Ay, Sakire" userId="732d719b-63b4-4597-8524-2c64f9ea8d4f" providerId="ADAL" clId="{AD94AFB9-4343-4173-95BA-CD697D4C0046}" dt="2022-03-30T16:34:48.668" v="2855" actId="1076"/>
          <ac:spMkLst>
            <pc:docMk/>
            <pc:sldMk cId="951524141" sldId="313"/>
            <ac:spMk id="3" creationId="{929ACB7A-5163-4CC8-953D-DD91718ADD47}"/>
          </ac:spMkLst>
        </pc:spChg>
        <pc:spChg chg="mod">
          <ac:chgData name="Arslan Ay, Sakire" userId="732d719b-63b4-4597-8524-2c64f9ea8d4f" providerId="ADAL" clId="{AD94AFB9-4343-4173-95BA-CD697D4C0046}" dt="2022-03-30T16:34:53.707" v="2856" actId="1076"/>
          <ac:spMkLst>
            <pc:docMk/>
            <pc:sldMk cId="951524141" sldId="313"/>
            <ac:spMk id="6" creationId="{91DFC8B7-5542-40B0-B59D-DB20803E2000}"/>
          </ac:spMkLst>
        </pc:spChg>
      </pc:sldChg>
      <pc:sldChg chg="modSp new del mod ord">
        <pc:chgData name="Arslan Ay, Sakire" userId="732d719b-63b4-4597-8524-2c64f9ea8d4f" providerId="ADAL" clId="{AD94AFB9-4343-4173-95BA-CD697D4C0046}" dt="2022-03-29T21:12:52.894" v="2400" actId="47"/>
        <pc:sldMkLst>
          <pc:docMk/>
          <pc:sldMk cId="429894437" sldId="314"/>
        </pc:sldMkLst>
        <pc:spChg chg="mod">
          <ac:chgData name="Arslan Ay, Sakire" userId="732d719b-63b4-4597-8524-2c64f9ea8d4f" providerId="ADAL" clId="{AD94AFB9-4343-4173-95BA-CD697D4C0046}" dt="2022-03-28T00:57:09.969" v="255" actId="20577"/>
          <ac:spMkLst>
            <pc:docMk/>
            <pc:sldMk cId="429894437" sldId="314"/>
            <ac:spMk id="3" creationId="{AA1D4375-291E-44B8-9F1C-950A30234F41}"/>
          </ac:spMkLst>
        </pc:spChg>
      </pc:sldChg>
      <pc:sldChg chg="modSp new add del mod">
        <pc:chgData name="Arslan Ay, Sakire" userId="732d719b-63b4-4597-8524-2c64f9ea8d4f" providerId="ADAL" clId="{AD94AFB9-4343-4173-95BA-CD697D4C0046}" dt="2022-03-28T00:58:34.281" v="306" actId="47"/>
        <pc:sldMkLst>
          <pc:docMk/>
          <pc:sldMk cId="2314957478" sldId="315"/>
        </pc:sldMkLst>
        <pc:spChg chg="mod">
          <ac:chgData name="Arslan Ay, Sakire" userId="732d719b-63b4-4597-8524-2c64f9ea8d4f" providerId="ADAL" clId="{AD94AFB9-4343-4173-95BA-CD697D4C0046}" dt="2022-03-28T00:57:34.942" v="300" actId="20577"/>
          <ac:spMkLst>
            <pc:docMk/>
            <pc:sldMk cId="2314957478" sldId="315"/>
            <ac:spMk id="3" creationId="{4285287E-BE7C-48DE-B851-0B1B81AED5BD}"/>
          </ac:spMkLst>
        </pc:spChg>
      </pc:sldChg>
      <pc:sldChg chg="add">
        <pc:chgData name="Arslan Ay, Sakire" userId="732d719b-63b4-4597-8524-2c64f9ea8d4f" providerId="ADAL" clId="{AD94AFB9-4343-4173-95BA-CD697D4C0046}" dt="2022-03-28T00:58:02.014" v="303"/>
        <pc:sldMkLst>
          <pc:docMk/>
          <pc:sldMk cId="4177136658" sldId="316"/>
        </pc:sldMkLst>
      </pc:sldChg>
      <pc:sldChg chg="addSp delSp modSp add mod ord modClrScheme chgLayout">
        <pc:chgData name="Arslan Ay, Sakire" userId="732d719b-63b4-4597-8524-2c64f9ea8d4f" providerId="ADAL" clId="{AD94AFB9-4343-4173-95BA-CD697D4C0046}" dt="2022-03-30T16:42:09.983" v="2871" actId="404"/>
        <pc:sldMkLst>
          <pc:docMk/>
          <pc:sldMk cId="3837006508" sldId="317"/>
        </pc:sldMkLst>
        <pc:spChg chg="add del mod ord">
          <ac:chgData name="Arslan Ay, Sakire" userId="732d719b-63b4-4597-8524-2c64f9ea8d4f" providerId="ADAL" clId="{AD94AFB9-4343-4173-95BA-CD697D4C0046}" dt="2022-03-30T16:41:52.293" v="2869" actId="478"/>
          <ac:spMkLst>
            <pc:docMk/>
            <pc:sldMk cId="3837006508" sldId="317"/>
            <ac:spMk id="2" creationId="{096A3536-C144-4330-9F1F-6A0338429AF7}"/>
          </ac:spMkLst>
        </pc:spChg>
        <pc:spChg chg="mod ord">
          <ac:chgData name="Arslan Ay, Sakire" userId="732d719b-63b4-4597-8524-2c64f9ea8d4f" providerId="ADAL" clId="{AD94AFB9-4343-4173-95BA-CD697D4C0046}" dt="2022-03-30T16:41:35.792" v="2866" actId="700"/>
          <ac:spMkLst>
            <pc:docMk/>
            <pc:sldMk cId="3837006508" sldId="317"/>
            <ac:spMk id="4" creationId="{D831A83D-18BB-451A-BFD6-731A917999B1}"/>
          </ac:spMkLst>
        </pc:spChg>
        <pc:spChg chg="mod ord">
          <ac:chgData name="Arslan Ay, Sakire" userId="732d719b-63b4-4597-8524-2c64f9ea8d4f" providerId="ADAL" clId="{AD94AFB9-4343-4173-95BA-CD697D4C0046}" dt="2022-03-30T16:42:09.983" v="2871" actId="404"/>
          <ac:spMkLst>
            <pc:docMk/>
            <pc:sldMk cId="3837006508" sldId="317"/>
            <ac:spMk id="5" creationId="{F4FC41F2-B6CE-45D6-BBC0-EB9261979D7B}"/>
          </ac:spMkLst>
        </pc:spChg>
        <pc:spChg chg="mod ord">
          <ac:chgData name="Arslan Ay, Sakire" userId="732d719b-63b4-4597-8524-2c64f9ea8d4f" providerId="ADAL" clId="{AD94AFB9-4343-4173-95BA-CD697D4C0046}" dt="2022-03-30T16:41:35.792" v="2866" actId="700"/>
          <ac:spMkLst>
            <pc:docMk/>
            <pc:sldMk cId="3837006508" sldId="317"/>
            <ac:spMk id="8" creationId="{0952109E-A2DA-302D-FD90-687CCB5A1F0C}"/>
          </ac:spMkLst>
        </pc:spChg>
        <pc:picChg chg="del">
          <ac:chgData name="Arslan Ay, Sakire" userId="732d719b-63b4-4597-8524-2c64f9ea8d4f" providerId="ADAL" clId="{AD94AFB9-4343-4173-95BA-CD697D4C0046}" dt="2022-03-29T19:43:21.606" v="1874" actId="478"/>
          <ac:picMkLst>
            <pc:docMk/>
            <pc:sldMk cId="3837006508" sldId="317"/>
            <ac:picMk id="10" creationId="{DE8CDCB7-FEBD-4DC7-A3BB-805C19B64F6E}"/>
          </ac:picMkLst>
        </pc:picChg>
      </pc:sldChg>
      <pc:sldChg chg="modSp new mod ord">
        <pc:chgData name="Arslan Ay, Sakire" userId="732d719b-63b4-4597-8524-2c64f9ea8d4f" providerId="ADAL" clId="{AD94AFB9-4343-4173-95BA-CD697D4C0046}" dt="2022-03-28T01:07:32.680" v="342" actId="20577"/>
        <pc:sldMkLst>
          <pc:docMk/>
          <pc:sldMk cId="3485912301" sldId="318"/>
        </pc:sldMkLst>
        <pc:spChg chg="mod">
          <ac:chgData name="Arslan Ay, Sakire" userId="732d719b-63b4-4597-8524-2c64f9ea8d4f" providerId="ADAL" clId="{AD94AFB9-4343-4173-95BA-CD697D4C0046}" dt="2022-03-28T01:07:32.680" v="342" actId="20577"/>
          <ac:spMkLst>
            <pc:docMk/>
            <pc:sldMk cId="3485912301" sldId="318"/>
            <ac:spMk id="3" creationId="{D72C5C90-83AD-4AEE-ABEE-DD4396713C52}"/>
          </ac:spMkLst>
        </pc:spChg>
      </pc:sldChg>
      <pc:sldChg chg="modSp add mod ord">
        <pc:chgData name="Arslan Ay, Sakire" userId="732d719b-63b4-4597-8524-2c64f9ea8d4f" providerId="ADAL" clId="{AD94AFB9-4343-4173-95BA-CD697D4C0046}" dt="2022-03-29T20:12:04.194" v="1898" actId="1035"/>
        <pc:sldMkLst>
          <pc:docMk/>
          <pc:sldMk cId="3992280458" sldId="319"/>
        </pc:sldMkLst>
        <pc:spChg chg="mod">
          <ac:chgData name="Arslan Ay, Sakire" userId="732d719b-63b4-4597-8524-2c64f9ea8d4f" providerId="ADAL" clId="{AD94AFB9-4343-4173-95BA-CD697D4C0046}" dt="2022-03-28T01:09:24.302" v="371" actId="20577"/>
          <ac:spMkLst>
            <pc:docMk/>
            <pc:sldMk cId="3992280458" sldId="319"/>
            <ac:spMk id="2" creationId="{BD1A2E91-ACC3-4DC0-9CE2-4EC43F7CDA9F}"/>
          </ac:spMkLst>
        </pc:spChg>
        <pc:spChg chg="mod">
          <ac:chgData name="Arslan Ay, Sakire" userId="732d719b-63b4-4597-8524-2c64f9ea8d4f" providerId="ADAL" clId="{AD94AFB9-4343-4173-95BA-CD697D4C0046}" dt="2022-03-28T01:11:47.057" v="505" actId="20577"/>
          <ac:spMkLst>
            <pc:docMk/>
            <pc:sldMk cId="3992280458" sldId="319"/>
            <ac:spMk id="3" creationId="{4285287E-BE7C-48DE-B851-0B1B81AED5BD}"/>
          </ac:spMkLst>
        </pc:spChg>
        <pc:spChg chg="mod">
          <ac:chgData name="Arslan Ay, Sakire" userId="732d719b-63b4-4597-8524-2c64f9ea8d4f" providerId="ADAL" clId="{AD94AFB9-4343-4173-95BA-CD697D4C0046}" dt="2022-03-29T19:54:34.956" v="1877" actId="20577"/>
          <ac:spMkLst>
            <pc:docMk/>
            <pc:sldMk cId="3992280458" sldId="319"/>
            <ac:spMk id="6" creationId="{8F5A7BB5-D050-4001-96C4-D86FB3E525FA}"/>
          </ac:spMkLst>
        </pc:spChg>
        <pc:spChg chg="mod">
          <ac:chgData name="Arslan Ay, Sakire" userId="732d719b-63b4-4597-8524-2c64f9ea8d4f" providerId="ADAL" clId="{AD94AFB9-4343-4173-95BA-CD697D4C0046}" dt="2022-03-29T20:11:58.757" v="1896" actId="20577"/>
          <ac:spMkLst>
            <pc:docMk/>
            <pc:sldMk cId="3992280458" sldId="319"/>
            <ac:spMk id="7" creationId="{B116ACC7-0FFF-47B0-9FD3-8D62FFF80EEC}"/>
          </ac:spMkLst>
        </pc:spChg>
        <pc:spChg chg="mod">
          <ac:chgData name="Arslan Ay, Sakire" userId="732d719b-63b4-4597-8524-2c64f9ea8d4f" providerId="ADAL" clId="{AD94AFB9-4343-4173-95BA-CD697D4C0046}" dt="2022-03-29T20:12:04.194" v="1898" actId="1035"/>
          <ac:spMkLst>
            <pc:docMk/>
            <pc:sldMk cId="3992280458" sldId="319"/>
            <ac:spMk id="8" creationId="{00549F73-E584-4BD1-8F48-09B6C156F9B2}"/>
          </ac:spMkLst>
        </pc:spChg>
      </pc:sldChg>
      <pc:sldChg chg="add">
        <pc:chgData name="Arslan Ay, Sakire" userId="732d719b-63b4-4597-8524-2c64f9ea8d4f" providerId="ADAL" clId="{AD94AFB9-4343-4173-95BA-CD697D4C0046}" dt="2022-03-28T01:09:17.485" v="356" actId="2890"/>
        <pc:sldMkLst>
          <pc:docMk/>
          <pc:sldMk cId="504659625" sldId="320"/>
        </pc:sldMkLst>
      </pc:sldChg>
      <pc:sldChg chg="addSp delSp modSp mod delAnim modAnim modNotes modNotesTx">
        <pc:chgData name="Arslan Ay, Sakire" userId="732d719b-63b4-4597-8524-2c64f9ea8d4f" providerId="ADAL" clId="{AD94AFB9-4343-4173-95BA-CD697D4C0046}" dt="2022-03-29T20:30:41.821" v="2234"/>
        <pc:sldMkLst>
          <pc:docMk/>
          <pc:sldMk cId="3006341356" sldId="584"/>
        </pc:sldMkLst>
        <pc:spChg chg="add mod">
          <ac:chgData name="Arslan Ay, Sakire" userId="732d719b-63b4-4597-8524-2c64f9ea8d4f" providerId="ADAL" clId="{AD94AFB9-4343-4173-95BA-CD697D4C0046}" dt="2022-03-29T20:29:32.391" v="2226" actId="164"/>
          <ac:spMkLst>
            <pc:docMk/>
            <pc:sldMk cId="3006341356" sldId="584"/>
            <ac:spMk id="2" creationId="{ED6C1D6F-5C66-4F9B-8265-F12465DE2AEA}"/>
          </ac:spMkLst>
        </pc:spChg>
        <pc:spChg chg="mod">
          <ac:chgData name="Arslan Ay, Sakire" userId="732d719b-63b4-4597-8524-2c64f9ea8d4f" providerId="ADAL" clId="{AD94AFB9-4343-4173-95BA-CD697D4C0046}" dt="2022-03-29T20:05:31.941" v="1888" actId="1036"/>
          <ac:spMkLst>
            <pc:docMk/>
            <pc:sldMk cId="3006341356" sldId="584"/>
            <ac:spMk id="3" creationId="{00000000-0000-0000-0000-000000000000}"/>
          </ac:spMkLst>
        </pc:spChg>
        <pc:spChg chg="mod">
          <ac:chgData name="Arslan Ay, Sakire" userId="732d719b-63b4-4597-8524-2c64f9ea8d4f" providerId="ADAL" clId="{AD94AFB9-4343-4173-95BA-CD697D4C0046}" dt="2022-03-29T20:05:31.941" v="1888" actId="1036"/>
          <ac:spMkLst>
            <pc:docMk/>
            <pc:sldMk cId="3006341356" sldId="584"/>
            <ac:spMk id="6" creationId="{00000000-0000-0000-0000-000000000000}"/>
          </ac:spMkLst>
        </pc:spChg>
        <pc:spChg chg="del mod">
          <ac:chgData name="Arslan Ay, Sakire" userId="732d719b-63b4-4597-8524-2c64f9ea8d4f" providerId="ADAL" clId="{AD94AFB9-4343-4173-95BA-CD697D4C0046}" dt="2022-03-29T20:15:29.161" v="1946" actId="478"/>
          <ac:spMkLst>
            <pc:docMk/>
            <pc:sldMk cId="3006341356" sldId="584"/>
            <ac:spMk id="7" creationId="{E82EF3E3-81CD-4F1C-BDB2-96C429B1A0B2}"/>
          </ac:spMkLst>
        </pc:spChg>
        <pc:spChg chg="add mod">
          <ac:chgData name="Arslan Ay, Sakire" userId="732d719b-63b4-4597-8524-2c64f9ea8d4f" providerId="ADAL" clId="{AD94AFB9-4343-4173-95BA-CD697D4C0046}" dt="2022-03-29T20:29:32.391" v="2226" actId="164"/>
          <ac:spMkLst>
            <pc:docMk/>
            <pc:sldMk cId="3006341356" sldId="584"/>
            <ac:spMk id="9" creationId="{9C4AB9DD-1C9E-4B11-932E-690B612F244C}"/>
          </ac:spMkLst>
        </pc:spChg>
        <pc:spChg chg="mod">
          <ac:chgData name="Arslan Ay, Sakire" userId="732d719b-63b4-4597-8524-2c64f9ea8d4f" providerId="ADAL" clId="{AD94AFB9-4343-4173-95BA-CD697D4C0046}" dt="2022-03-29T20:05:31.941" v="1888" actId="1036"/>
          <ac:spMkLst>
            <pc:docMk/>
            <pc:sldMk cId="3006341356" sldId="584"/>
            <ac:spMk id="10" creationId="{00000000-0000-0000-0000-000000000000}"/>
          </ac:spMkLst>
        </pc:spChg>
        <pc:spChg chg="mod">
          <ac:chgData name="Arslan Ay, Sakire" userId="732d719b-63b4-4597-8524-2c64f9ea8d4f" providerId="ADAL" clId="{AD94AFB9-4343-4173-95BA-CD697D4C0046}" dt="2022-03-29T20:05:31.941" v="1888" actId="1036"/>
          <ac:spMkLst>
            <pc:docMk/>
            <pc:sldMk cId="3006341356" sldId="584"/>
            <ac:spMk id="11" creationId="{00000000-0000-0000-0000-000000000000}"/>
          </ac:spMkLst>
        </pc:spChg>
        <pc:spChg chg="del mod">
          <ac:chgData name="Arslan Ay, Sakire" userId="732d719b-63b4-4597-8524-2c64f9ea8d4f" providerId="ADAL" clId="{AD94AFB9-4343-4173-95BA-CD697D4C0046}" dt="2022-03-29T20:15:29.161" v="1946" actId="478"/>
          <ac:spMkLst>
            <pc:docMk/>
            <pc:sldMk cId="3006341356" sldId="584"/>
            <ac:spMk id="13" creationId="{00000000-0000-0000-0000-000000000000}"/>
          </ac:spMkLst>
        </pc:spChg>
        <pc:spChg chg="del mod">
          <ac:chgData name="Arslan Ay, Sakire" userId="732d719b-63b4-4597-8524-2c64f9ea8d4f" providerId="ADAL" clId="{AD94AFB9-4343-4173-95BA-CD697D4C0046}" dt="2022-03-29T20:15:29.161" v="1946" actId="478"/>
          <ac:spMkLst>
            <pc:docMk/>
            <pc:sldMk cId="3006341356" sldId="584"/>
            <ac:spMk id="17" creationId="{00000000-0000-0000-0000-000000000000}"/>
          </ac:spMkLst>
        </pc:spChg>
        <pc:spChg chg="del">
          <ac:chgData name="Arslan Ay, Sakire" userId="732d719b-63b4-4597-8524-2c64f9ea8d4f" providerId="ADAL" clId="{AD94AFB9-4343-4173-95BA-CD697D4C0046}" dt="2022-03-29T20:13:22.506" v="1924" actId="478"/>
          <ac:spMkLst>
            <pc:docMk/>
            <pc:sldMk cId="3006341356" sldId="584"/>
            <ac:spMk id="19" creationId="{00000000-0000-0000-0000-000000000000}"/>
          </ac:spMkLst>
        </pc:spChg>
        <pc:spChg chg="add mod">
          <ac:chgData name="Arslan Ay, Sakire" userId="732d719b-63b4-4597-8524-2c64f9ea8d4f" providerId="ADAL" clId="{AD94AFB9-4343-4173-95BA-CD697D4C0046}" dt="2022-03-29T20:16:27.426" v="1951" actId="1076"/>
          <ac:spMkLst>
            <pc:docMk/>
            <pc:sldMk cId="3006341356" sldId="584"/>
            <ac:spMk id="33" creationId="{24665D22-5B3E-4C97-8E25-36EC7395BEE2}"/>
          </ac:spMkLst>
        </pc:spChg>
        <pc:spChg chg="add del mod">
          <ac:chgData name="Arslan Ay, Sakire" userId="732d719b-63b4-4597-8524-2c64f9ea8d4f" providerId="ADAL" clId="{AD94AFB9-4343-4173-95BA-CD697D4C0046}" dt="2022-03-29T20:25:35.378" v="2109" actId="948"/>
          <ac:spMkLst>
            <pc:docMk/>
            <pc:sldMk cId="3006341356" sldId="584"/>
            <ac:spMk id="34" creationId="{53D47518-32CC-43D5-90C5-1A6C6F76584F}"/>
          </ac:spMkLst>
        </pc:spChg>
        <pc:spChg chg="mod">
          <ac:chgData name="Arslan Ay, Sakire" userId="732d719b-63b4-4597-8524-2c64f9ea8d4f" providerId="ADAL" clId="{AD94AFB9-4343-4173-95BA-CD697D4C0046}" dt="2022-03-29T20:25:27.198" v="2108" actId="948"/>
          <ac:spMkLst>
            <pc:docMk/>
            <pc:sldMk cId="3006341356" sldId="584"/>
            <ac:spMk id="38" creationId="{5D5A1893-86D9-4886-B713-DFA6A16A75E7}"/>
          </ac:spMkLst>
        </pc:spChg>
        <pc:spChg chg="mod">
          <ac:chgData name="Arslan Ay, Sakire" userId="732d719b-63b4-4597-8524-2c64f9ea8d4f" providerId="ADAL" clId="{AD94AFB9-4343-4173-95BA-CD697D4C0046}" dt="2022-03-29T20:05:31.941" v="1888" actId="1036"/>
          <ac:spMkLst>
            <pc:docMk/>
            <pc:sldMk cId="3006341356" sldId="584"/>
            <ac:spMk id="39" creationId="{8E7E3682-B578-468F-8268-AA8087C047D3}"/>
          </ac:spMkLst>
        </pc:spChg>
        <pc:spChg chg="del mod">
          <ac:chgData name="Arslan Ay, Sakire" userId="732d719b-63b4-4597-8524-2c64f9ea8d4f" providerId="ADAL" clId="{AD94AFB9-4343-4173-95BA-CD697D4C0046}" dt="2022-03-29T20:15:33.290" v="1947" actId="478"/>
          <ac:spMkLst>
            <pc:docMk/>
            <pc:sldMk cId="3006341356" sldId="584"/>
            <ac:spMk id="40" creationId="{00000000-0000-0000-0000-000000000000}"/>
          </ac:spMkLst>
        </pc:spChg>
        <pc:spChg chg="add mod">
          <ac:chgData name="Arslan Ay, Sakire" userId="732d719b-63b4-4597-8524-2c64f9ea8d4f" providerId="ADAL" clId="{AD94AFB9-4343-4173-95BA-CD697D4C0046}" dt="2022-03-29T20:30:40.617" v="2233" actId="164"/>
          <ac:spMkLst>
            <pc:docMk/>
            <pc:sldMk cId="3006341356" sldId="584"/>
            <ac:spMk id="41" creationId="{5ABE5616-809A-4EB8-B32B-03F51CFD4D23}"/>
          </ac:spMkLst>
        </pc:spChg>
        <pc:spChg chg="add mod">
          <ac:chgData name="Arslan Ay, Sakire" userId="732d719b-63b4-4597-8524-2c64f9ea8d4f" providerId="ADAL" clId="{AD94AFB9-4343-4173-95BA-CD697D4C0046}" dt="2022-03-29T20:30:40.617" v="2233" actId="164"/>
          <ac:spMkLst>
            <pc:docMk/>
            <pc:sldMk cId="3006341356" sldId="584"/>
            <ac:spMk id="42" creationId="{BC1756CC-7E07-4AFF-BA9F-EF8C7E5014D9}"/>
          </ac:spMkLst>
        </pc:spChg>
        <pc:spChg chg="del mod">
          <ac:chgData name="Arslan Ay, Sakire" userId="732d719b-63b4-4597-8524-2c64f9ea8d4f" providerId="ADAL" clId="{AD94AFB9-4343-4173-95BA-CD697D4C0046}" dt="2022-03-29T20:15:29.161" v="1946" actId="478"/>
          <ac:spMkLst>
            <pc:docMk/>
            <pc:sldMk cId="3006341356" sldId="584"/>
            <ac:spMk id="45" creationId="{7BD7D593-4B81-4FB2-B353-67727ABA7BFE}"/>
          </ac:spMkLst>
        </pc:spChg>
        <pc:spChg chg="add del mod">
          <ac:chgData name="Arslan Ay, Sakire" userId="732d719b-63b4-4597-8524-2c64f9ea8d4f" providerId="ADAL" clId="{AD94AFB9-4343-4173-95BA-CD697D4C0046}" dt="2022-03-29T20:24:46.703" v="2086"/>
          <ac:spMkLst>
            <pc:docMk/>
            <pc:sldMk cId="3006341356" sldId="584"/>
            <ac:spMk id="48" creationId="{042E1884-1EA5-44CF-8108-CD56AACA4F8B}"/>
          </ac:spMkLst>
        </pc:spChg>
        <pc:spChg chg="del mod">
          <ac:chgData name="Arslan Ay, Sakire" userId="732d719b-63b4-4597-8524-2c64f9ea8d4f" providerId="ADAL" clId="{AD94AFB9-4343-4173-95BA-CD697D4C0046}" dt="2022-03-29T20:15:29.161" v="1946" actId="478"/>
          <ac:spMkLst>
            <pc:docMk/>
            <pc:sldMk cId="3006341356" sldId="584"/>
            <ac:spMk id="52" creationId="{6BD93956-531A-4D8F-804D-2790AB625758}"/>
          </ac:spMkLst>
        </pc:spChg>
        <pc:spChg chg="del mod">
          <ac:chgData name="Arslan Ay, Sakire" userId="732d719b-63b4-4597-8524-2c64f9ea8d4f" providerId="ADAL" clId="{AD94AFB9-4343-4173-95BA-CD697D4C0046}" dt="2022-03-29T20:15:29.161" v="1946" actId="478"/>
          <ac:spMkLst>
            <pc:docMk/>
            <pc:sldMk cId="3006341356" sldId="584"/>
            <ac:spMk id="53" creationId="{1941F20F-18DD-4909-BF31-F56374D4A568}"/>
          </ac:spMkLst>
        </pc:spChg>
        <pc:spChg chg="del mod">
          <ac:chgData name="Arslan Ay, Sakire" userId="732d719b-63b4-4597-8524-2c64f9ea8d4f" providerId="ADAL" clId="{AD94AFB9-4343-4173-95BA-CD697D4C0046}" dt="2022-03-29T20:15:29.161" v="1946" actId="478"/>
          <ac:spMkLst>
            <pc:docMk/>
            <pc:sldMk cId="3006341356" sldId="584"/>
            <ac:spMk id="54" creationId="{570CDE83-29BB-49BD-B889-5816614842E7}"/>
          </ac:spMkLst>
        </pc:spChg>
        <pc:spChg chg="add mod">
          <ac:chgData name="Arslan Ay, Sakire" userId="732d719b-63b4-4597-8524-2c64f9ea8d4f" providerId="ADAL" clId="{AD94AFB9-4343-4173-95BA-CD697D4C0046}" dt="2022-03-29T20:30:23.508" v="2232" actId="14100"/>
          <ac:spMkLst>
            <pc:docMk/>
            <pc:sldMk cId="3006341356" sldId="584"/>
            <ac:spMk id="56" creationId="{D484AFA8-EB77-4020-B687-D7D793AFABCB}"/>
          </ac:spMkLst>
        </pc:spChg>
        <pc:spChg chg="add mod">
          <ac:chgData name="Arslan Ay, Sakire" userId="732d719b-63b4-4597-8524-2c64f9ea8d4f" providerId="ADAL" clId="{AD94AFB9-4343-4173-95BA-CD697D4C0046}" dt="2022-03-29T20:29:51.819" v="2228" actId="164"/>
          <ac:spMkLst>
            <pc:docMk/>
            <pc:sldMk cId="3006341356" sldId="584"/>
            <ac:spMk id="57" creationId="{1D26E042-BF6A-41C4-85B0-DD97ECADACA4}"/>
          </ac:spMkLst>
        </pc:spChg>
        <pc:spChg chg="del mod">
          <ac:chgData name="Arslan Ay, Sakire" userId="732d719b-63b4-4597-8524-2c64f9ea8d4f" providerId="ADAL" clId="{AD94AFB9-4343-4173-95BA-CD697D4C0046}" dt="2022-03-29T20:15:29.161" v="1946" actId="478"/>
          <ac:spMkLst>
            <pc:docMk/>
            <pc:sldMk cId="3006341356" sldId="584"/>
            <ac:spMk id="61" creationId="{1F99A156-EE0C-42B8-B6FC-3E7FEF0F0E07}"/>
          </ac:spMkLst>
        </pc:spChg>
        <pc:spChg chg="add mod">
          <ac:chgData name="Arslan Ay, Sakire" userId="732d719b-63b4-4597-8524-2c64f9ea8d4f" providerId="ADAL" clId="{AD94AFB9-4343-4173-95BA-CD697D4C0046}" dt="2022-03-29T20:30:01.517" v="2230" actId="164"/>
          <ac:spMkLst>
            <pc:docMk/>
            <pc:sldMk cId="3006341356" sldId="584"/>
            <ac:spMk id="62" creationId="{BC993BB0-B3EE-409F-B32B-7DF3842CEEA6}"/>
          </ac:spMkLst>
        </pc:spChg>
        <pc:spChg chg="del mod">
          <ac:chgData name="Arslan Ay, Sakire" userId="732d719b-63b4-4597-8524-2c64f9ea8d4f" providerId="ADAL" clId="{AD94AFB9-4343-4173-95BA-CD697D4C0046}" dt="2022-03-29T20:15:29.161" v="1946" actId="478"/>
          <ac:spMkLst>
            <pc:docMk/>
            <pc:sldMk cId="3006341356" sldId="584"/>
            <ac:spMk id="71" creationId="{05BB117B-1977-479A-BEB9-B85374CFD171}"/>
          </ac:spMkLst>
        </pc:spChg>
        <pc:spChg chg="mod">
          <ac:chgData name="Arslan Ay, Sakire" userId="732d719b-63b4-4597-8524-2c64f9ea8d4f" providerId="ADAL" clId="{AD94AFB9-4343-4173-95BA-CD697D4C0046}" dt="2022-03-29T20:05:31.941" v="1888" actId="1036"/>
          <ac:spMkLst>
            <pc:docMk/>
            <pc:sldMk cId="3006341356" sldId="584"/>
            <ac:spMk id="89" creationId="{D0CB5785-E859-4277-8293-741A70CEA2D2}"/>
          </ac:spMkLst>
        </pc:spChg>
        <pc:spChg chg="mod">
          <ac:chgData name="Arslan Ay, Sakire" userId="732d719b-63b4-4597-8524-2c64f9ea8d4f" providerId="ADAL" clId="{AD94AFB9-4343-4173-95BA-CD697D4C0046}" dt="2022-03-29T20:05:31.941" v="1888" actId="1036"/>
          <ac:spMkLst>
            <pc:docMk/>
            <pc:sldMk cId="3006341356" sldId="584"/>
            <ac:spMk id="90" creationId="{4955F87B-61BF-47B3-A063-24213ADFC4D4}"/>
          </ac:spMkLst>
        </pc:spChg>
        <pc:spChg chg="del mod">
          <ac:chgData name="Arslan Ay, Sakire" userId="732d719b-63b4-4597-8524-2c64f9ea8d4f" providerId="ADAL" clId="{AD94AFB9-4343-4173-95BA-CD697D4C0046}" dt="2022-03-29T20:15:29.161" v="1946" actId="478"/>
          <ac:spMkLst>
            <pc:docMk/>
            <pc:sldMk cId="3006341356" sldId="584"/>
            <ac:spMk id="92" creationId="{92894F3F-ADDD-4D1C-8BD3-B8DBC8290168}"/>
          </ac:spMkLst>
        </pc:spChg>
        <pc:spChg chg="del mod">
          <ac:chgData name="Arslan Ay, Sakire" userId="732d719b-63b4-4597-8524-2c64f9ea8d4f" providerId="ADAL" clId="{AD94AFB9-4343-4173-95BA-CD697D4C0046}" dt="2022-03-29T20:05:37.706" v="1889" actId="478"/>
          <ac:spMkLst>
            <pc:docMk/>
            <pc:sldMk cId="3006341356" sldId="584"/>
            <ac:spMk id="9218" creationId="{00000000-0000-0000-0000-000000000000}"/>
          </ac:spMkLst>
        </pc:spChg>
        <pc:grpChg chg="del mod">
          <ac:chgData name="Arslan Ay, Sakire" userId="732d719b-63b4-4597-8524-2c64f9ea8d4f" providerId="ADAL" clId="{AD94AFB9-4343-4173-95BA-CD697D4C0046}" dt="2022-03-29T20:15:29.161" v="1946" actId="478"/>
          <ac:grpSpMkLst>
            <pc:docMk/>
            <pc:sldMk cId="3006341356" sldId="584"/>
            <ac:grpSpMk id="4" creationId="{00000000-0000-0000-0000-000000000000}"/>
          </ac:grpSpMkLst>
        </pc:grpChg>
        <pc:grpChg chg="del mod">
          <ac:chgData name="Arslan Ay, Sakire" userId="732d719b-63b4-4597-8524-2c64f9ea8d4f" providerId="ADAL" clId="{AD94AFB9-4343-4173-95BA-CD697D4C0046}" dt="2022-03-29T20:15:29.161" v="1946" actId="478"/>
          <ac:grpSpMkLst>
            <pc:docMk/>
            <pc:sldMk cId="3006341356" sldId="584"/>
            <ac:grpSpMk id="88" creationId="{35C96C46-298D-4DB5-9E24-5ADC4C262DCB}"/>
          </ac:grpSpMkLst>
        </pc:grpChg>
        <pc:grpChg chg="add mod">
          <ac:chgData name="Arslan Ay, Sakire" userId="732d719b-63b4-4597-8524-2c64f9ea8d4f" providerId="ADAL" clId="{AD94AFB9-4343-4173-95BA-CD697D4C0046}" dt="2022-03-29T20:29:32.391" v="2226" actId="164"/>
          <ac:grpSpMkLst>
            <pc:docMk/>
            <pc:sldMk cId="3006341356" sldId="584"/>
            <ac:grpSpMk id="9227" creationId="{6EC99AFD-BB87-48B0-BE50-1F38B92E8588}"/>
          </ac:grpSpMkLst>
        </pc:grpChg>
        <pc:grpChg chg="add mod">
          <ac:chgData name="Arslan Ay, Sakire" userId="732d719b-63b4-4597-8524-2c64f9ea8d4f" providerId="ADAL" clId="{AD94AFB9-4343-4173-95BA-CD697D4C0046}" dt="2022-03-29T20:29:51.819" v="2228" actId="164"/>
          <ac:grpSpMkLst>
            <pc:docMk/>
            <pc:sldMk cId="3006341356" sldId="584"/>
            <ac:grpSpMk id="9228" creationId="{20CFCE50-FFFA-48F8-9907-644455459009}"/>
          </ac:grpSpMkLst>
        </pc:grpChg>
        <pc:grpChg chg="add mod">
          <ac:chgData name="Arslan Ay, Sakire" userId="732d719b-63b4-4597-8524-2c64f9ea8d4f" providerId="ADAL" clId="{AD94AFB9-4343-4173-95BA-CD697D4C0046}" dt="2022-03-29T20:30:01.517" v="2230" actId="164"/>
          <ac:grpSpMkLst>
            <pc:docMk/>
            <pc:sldMk cId="3006341356" sldId="584"/>
            <ac:grpSpMk id="9229" creationId="{20326566-4077-42E6-86E3-17C7C5A32EB2}"/>
          </ac:grpSpMkLst>
        </pc:grpChg>
        <pc:grpChg chg="add mod">
          <ac:chgData name="Arslan Ay, Sakire" userId="732d719b-63b4-4597-8524-2c64f9ea8d4f" providerId="ADAL" clId="{AD94AFB9-4343-4173-95BA-CD697D4C0046}" dt="2022-03-29T20:30:40.617" v="2233" actId="164"/>
          <ac:grpSpMkLst>
            <pc:docMk/>
            <pc:sldMk cId="3006341356" sldId="584"/>
            <ac:grpSpMk id="9230" creationId="{ADB5EDF0-BF67-4968-BC9C-BD1BFA278047}"/>
          </ac:grpSpMkLst>
        </pc:grpChg>
        <pc:grpChg chg="del mod">
          <ac:chgData name="Arslan Ay, Sakire" userId="732d719b-63b4-4597-8524-2c64f9ea8d4f" providerId="ADAL" clId="{AD94AFB9-4343-4173-95BA-CD697D4C0046}" dt="2022-03-29T20:15:29.161" v="1946" actId="478"/>
          <ac:grpSpMkLst>
            <pc:docMk/>
            <pc:sldMk cId="3006341356" sldId="584"/>
            <ac:grpSpMk id="9238" creationId="{A604D24F-B651-493A-8328-72E09285C352}"/>
          </ac:grpSpMkLst>
        </pc:grpChg>
        <pc:cxnChg chg="add mod">
          <ac:chgData name="Arslan Ay, Sakire" userId="732d719b-63b4-4597-8524-2c64f9ea8d4f" providerId="ADAL" clId="{AD94AFB9-4343-4173-95BA-CD697D4C0046}" dt="2022-03-29T20:29:32.391" v="2226" actId="164"/>
          <ac:cxnSpMkLst>
            <pc:docMk/>
            <pc:sldMk cId="3006341356" sldId="584"/>
            <ac:cxnSpMk id="8" creationId="{BA1F7766-5BE7-41C6-8F2A-BBC426E170DA}"/>
          </ac:cxnSpMkLst>
        </pc:cxnChg>
        <pc:cxnChg chg="del mod">
          <ac:chgData name="Arslan Ay, Sakire" userId="732d719b-63b4-4597-8524-2c64f9ea8d4f" providerId="ADAL" clId="{AD94AFB9-4343-4173-95BA-CD697D4C0046}" dt="2022-03-29T20:15:29.161" v="1946" actId="478"/>
          <ac:cxnSpMkLst>
            <pc:docMk/>
            <pc:sldMk cId="3006341356" sldId="584"/>
            <ac:cxnSpMk id="12" creationId="{B967EBF1-66C1-4C8B-9A0E-A9029B8503EE}"/>
          </ac:cxnSpMkLst>
        </pc:cxnChg>
        <pc:cxnChg chg="del mod">
          <ac:chgData name="Arslan Ay, Sakire" userId="732d719b-63b4-4597-8524-2c64f9ea8d4f" providerId="ADAL" clId="{AD94AFB9-4343-4173-95BA-CD697D4C0046}" dt="2022-03-29T20:15:29.161" v="1946" actId="478"/>
          <ac:cxnSpMkLst>
            <pc:docMk/>
            <pc:sldMk cId="3006341356" sldId="584"/>
            <ac:cxnSpMk id="22" creationId="{00000000-0000-0000-0000-000000000000}"/>
          </ac:cxnSpMkLst>
        </pc:cxnChg>
        <pc:cxnChg chg="add mod">
          <ac:chgData name="Arslan Ay, Sakire" userId="732d719b-63b4-4597-8524-2c64f9ea8d4f" providerId="ADAL" clId="{AD94AFB9-4343-4173-95BA-CD697D4C0046}" dt="2022-03-29T20:30:40.617" v="2233" actId="164"/>
          <ac:cxnSpMkLst>
            <pc:docMk/>
            <pc:sldMk cId="3006341356" sldId="584"/>
            <ac:cxnSpMk id="43" creationId="{84083C3A-29E0-4DF9-A9DE-FFFC9D81B98C}"/>
          </ac:cxnSpMkLst>
        </pc:cxnChg>
        <pc:cxnChg chg="del mod">
          <ac:chgData name="Arslan Ay, Sakire" userId="732d719b-63b4-4597-8524-2c64f9ea8d4f" providerId="ADAL" clId="{AD94AFB9-4343-4173-95BA-CD697D4C0046}" dt="2022-03-29T20:15:29.161" v="1946" actId="478"/>
          <ac:cxnSpMkLst>
            <pc:docMk/>
            <pc:sldMk cId="3006341356" sldId="584"/>
            <ac:cxnSpMk id="55" creationId="{105FB33A-B0CE-4747-B3A0-C3FCD8279A0D}"/>
          </ac:cxnSpMkLst>
        </pc:cxnChg>
        <pc:cxnChg chg="add mod">
          <ac:chgData name="Arslan Ay, Sakire" userId="732d719b-63b4-4597-8524-2c64f9ea8d4f" providerId="ADAL" clId="{AD94AFB9-4343-4173-95BA-CD697D4C0046}" dt="2022-03-29T20:29:51.819" v="2228" actId="164"/>
          <ac:cxnSpMkLst>
            <pc:docMk/>
            <pc:sldMk cId="3006341356" sldId="584"/>
            <ac:cxnSpMk id="58" creationId="{625749E8-56AB-41DA-A415-B79C1CB646CD}"/>
          </ac:cxnSpMkLst>
        </pc:cxnChg>
        <pc:cxnChg chg="add mod">
          <ac:chgData name="Arslan Ay, Sakire" userId="732d719b-63b4-4597-8524-2c64f9ea8d4f" providerId="ADAL" clId="{AD94AFB9-4343-4173-95BA-CD697D4C0046}" dt="2022-03-29T20:30:01.517" v="2230" actId="164"/>
          <ac:cxnSpMkLst>
            <pc:docMk/>
            <pc:sldMk cId="3006341356" sldId="584"/>
            <ac:cxnSpMk id="63" creationId="{642EC747-882F-47F5-9A1B-9BA2A6CFA78E}"/>
          </ac:cxnSpMkLst>
        </pc:cxnChg>
        <pc:cxnChg chg="del mod">
          <ac:chgData name="Arslan Ay, Sakire" userId="732d719b-63b4-4597-8524-2c64f9ea8d4f" providerId="ADAL" clId="{AD94AFB9-4343-4173-95BA-CD697D4C0046}" dt="2022-03-29T20:15:29.161" v="1946" actId="478"/>
          <ac:cxnSpMkLst>
            <pc:docMk/>
            <pc:sldMk cId="3006341356" sldId="584"/>
            <ac:cxnSpMk id="85" creationId="{9A239EF7-F9C7-4B81-9B76-71F2C987AC29}"/>
          </ac:cxnSpMkLst>
        </pc:cxnChg>
        <pc:cxnChg chg="del mod">
          <ac:chgData name="Arslan Ay, Sakire" userId="732d719b-63b4-4597-8524-2c64f9ea8d4f" providerId="ADAL" clId="{AD94AFB9-4343-4173-95BA-CD697D4C0046}" dt="2022-03-29T20:15:29.161" v="1946" actId="478"/>
          <ac:cxnSpMkLst>
            <pc:docMk/>
            <pc:sldMk cId="3006341356" sldId="584"/>
            <ac:cxnSpMk id="91" creationId="{FCB8977F-D65D-43F1-9E09-997B34F7EB62}"/>
          </ac:cxnSpMkLst>
        </pc:cxnChg>
        <pc:cxnChg chg="del mod">
          <ac:chgData name="Arslan Ay, Sakire" userId="732d719b-63b4-4597-8524-2c64f9ea8d4f" providerId="ADAL" clId="{AD94AFB9-4343-4173-95BA-CD697D4C0046}" dt="2022-03-29T20:15:29.161" v="1946" actId="478"/>
          <ac:cxnSpMkLst>
            <pc:docMk/>
            <pc:sldMk cId="3006341356" sldId="584"/>
            <ac:cxnSpMk id="9217" creationId="{0C8E3671-ABD6-4F51-8744-F51AE57201BE}"/>
          </ac:cxnSpMkLst>
        </pc:cxnChg>
      </pc:sldChg>
      <pc:sldChg chg="addSp delSp modSp mod delAnim modAnim">
        <pc:chgData name="Arslan Ay, Sakire" userId="732d719b-63b4-4597-8524-2c64f9ea8d4f" providerId="ADAL" clId="{AD94AFB9-4343-4173-95BA-CD697D4C0046}" dt="2022-03-29T21:03:15.275" v="2381" actId="14100"/>
        <pc:sldMkLst>
          <pc:docMk/>
          <pc:sldMk cId="3754847319" sldId="585"/>
        </pc:sldMkLst>
        <pc:spChg chg="add del mod">
          <ac:chgData name="Arslan Ay, Sakire" userId="732d719b-63b4-4597-8524-2c64f9ea8d4f" providerId="ADAL" clId="{AD94AFB9-4343-4173-95BA-CD697D4C0046}" dt="2022-03-29T20:54:03.912" v="2270"/>
          <ac:spMkLst>
            <pc:docMk/>
            <pc:sldMk cId="3754847319" sldId="585"/>
            <ac:spMk id="27" creationId="{12012910-001A-4811-B11B-941C3EC76008}"/>
          </ac:spMkLst>
        </pc:spChg>
        <pc:spChg chg="add del mod">
          <ac:chgData name="Arslan Ay, Sakire" userId="732d719b-63b4-4597-8524-2c64f9ea8d4f" providerId="ADAL" clId="{AD94AFB9-4343-4173-95BA-CD697D4C0046}" dt="2022-03-29T20:54:03.912" v="2270"/>
          <ac:spMkLst>
            <pc:docMk/>
            <pc:sldMk cId="3754847319" sldId="585"/>
            <ac:spMk id="28" creationId="{5277B89E-BBAB-423B-BB79-C08FC7F96160}"/>
          </ac:spMkLst>
        </pc:spChg>
        <pc:spChg chg="del">
          <ac:chgData name="Arslan Ay, Sakire" userId="732d719b-63b4-4597-8524-2c64f9ea8d4f" providerId="ADAL" clId="{AD94AFB9-4343-4173-95BA-CD697D4C0046}" dt="2022-03-29T20:54:04.941" v="2271" actId="478"/>
          <ac:spMkLst>
            <pc:docMk/>
            <pc:sldMk cId="3754847319" sldId="585"/>
            <ac:spMk id="29" creationId="{A0194D06-9547-40E0-8A3C-ACF56C4B6E11}"/>
          </ac:spMkLst>
        </pc:spChg>
        <pc:spChg chg="add del mod">
          <ac:chgData name="Arslan Ay, Sakire" userId="732d719b-63b4-4597-8524-2c64f9ea8d4f" providerId="ADAL" clId="{AD94AFB9-4343-4173-95BA-CD697D4C0046}" dt="2022-03-29T20:54:03.912" v="2270"/>
          <ac:spMkLst>
            <pc:docMk/>
            <pc:sldMk cId="3754847319" sldId="585"/>
            <ac:spMk id="35" creationId="{30202C29-84F4-47B8-98E7-D0B3A4627CD5}"/>
          </ac:spMkLst>
        </pc:spChg>
        <pc:spChg chg="add del mod">
          <ac:chgData name="Arslan Ay, Sakire" userId="732d719b-63b4-4597-8524-2c64f9ea8d4f" providerId="ADAL" clId="{AD94AFB9-4343-4173-95BA-CD697D4C0046}" dt="2022-03-29T20:54:03.912" v="2270"/>
          <ac:spMkLst>
            <pc:docMk/>
            <pc:sldMk cId="3754847319" sldId="585"/>
            <ac:spMk id="36" creationId="{0BC8C5E8-6C43-4847-B2F7-0CE59631AA62}"/>
          </ac:spMkLst>
        </pc:spChg>
        <pc:spChg chg="add del mod">
          <ac:chgData name="Arslan Ay, Sakire" userId="732d719b-63b4-4597-8524-2c64f9ea8d4f" providerId="ADAL" clId="{AD94AFB9-4343-4173-95BA-CD697D4C0046}" dt="2022-03-29T20:54:03.912" v="2270"/>
          <ac:spMkLst>
            <pc:docMk/>
            <pc:sldMk cId="3754847319" sldId="585"/>
            <ac:spMk id="39" creationId="{3C7D767E-B283-4999-B4B7-B478A0597A81}"/>
          </ac:spMkLst>
        </pc:spChg>
        <pc:spChg chg="mod">
          <ac:chgData name="Arslan Ay, Sakire" userId="732d719b-63b4-4597-8524-2c64f9ea8d4f" providerId="ADAL" clId="{AD94AFB9-4343-4173-95BA-CD697D4C0046}" dt="2022-03-29T20:54:02.173" v="2269"/>
          <ac:spMkLst>
            <pc:docMk/>
            <pc:sldMk cId="3754847319" sldId="585"/>
            <ac:spMk id="42" creationId="{74513EF7-DD0F-48D1-85E2-8762F9246949}"/>
          </ac:spMkLst>
        </pc:spChg>
        <pc:spChg chg="mod">
          <ac:chgData name="Arslan Ay, Sakire" userId="732d719b-63b4-4597-8524-2c64f9ea8d4f" providerId="ADAL" clId="{AD94AFB9-4343-4173-95BA-CD697D4C0046}" dt="2022-03-29T20:54:02.173" v="2269"/>
          <ac:spMkLst>
            <pc:docMk/>
            <pc:sldMk cId="3754847319" sldId="585"/>
            <ac:spMk id="43" creationId="{B959D3CE-7441-431E-9D87-76F045AF4E34}"/>
          </ac:spMkLst>
        </pc:spChg>
        <pc:spChg chg="add del mod">
          <ac:chgData name="Arslan Ay, Sakire" userId="732d719b-63b4-4597-8524-2c64f9ea8d4f" providerId="ADAL" clId="{AD94AFB9-4343-4173-95BA-CD697D4C0046}" dt="2022-03-29T20:54:03.912" v="2270"/>
          <ac:spMkLst>
            <pc:docMk/>
            <pc:sldMk cId="3754847319" sldId="585"/>
            <ac:spMk id="45" creationId="{2CD646A4-1EE5-4D56-80F6-8AC91A5C2C24}"/>
          </ac:spMkLst>
        </pc:spChg>
        <pc:spChg chg="add del mod">
          <ac:chgData name="Arslan Ay, Sakire" userId="732d719b-63b4-4597-8524-2c64f9ea8d4f" providerId="ADAL" clId="{AD94AFB9-4343-4173-95BA-CD697D4C0046}" dt="2022-03-29T20:54:03.912" v="2270"/>
          <ac:spMkLst>
            <pc:docMk/>
            <pc:sldMk cId="3754847319" sldId="585"/>
            <ac:spMk id="46" creationId="{7FD2A13D-9687-462A-B18A-C6519D47669B}"/>
          </ac:spMkLst>
        </pc:spChg>
        <pc:spChg chg="add del mod">
          <ac:chgData name="Arslan Ay, Sakire" userId="732d719b-63b4-4597-8524-2c64f9ea8d4f" providerId="ADAL" clId="{AD94AFB9-4343-4173-95BA-CD697D4C0046}" dt="2022-03-29T20:54:03.912" v="2270"/>
          <ac:spMkLst>
            <pc:docMk/>
            <pc:sldMk cId="3754847319" sldId="585"/>
            <ac:spMk id="48" creationId="{BFB8D949-7D88-4926-8E94-4087508C1348}"/>
          </ac:spMkLst>
        </pc:spChg>
        <pc:spChg chg="add del mod">
          <ac:chgData name="Arslan Ay, Sakire" userId="732d719b-63b4-4597-8524-2c64f9ea8d4f" providerId="ADAL" clId="{AD94AFB9-4343-4173-95BA-CD697D4C0046}" dt="2022-03-29T20:54:03.912" v="2270"/>
          <ac:spMkLst>
            <pc:docMk/>
            <pc:sldMk cId="3754847319" sldId="585"/>
            <ac:spMk id="49" creationId="{92C830DA-B7FB-4D29-B31B-17960334E857}"/>
          </ac:spMkLst>
        </pc:spChg>
        <pc:spChg chg="del mod">
          <ac:chgData name="Arslan Ay, Sakire" userId="732d719b-63b4-4597-8524-2c64f9ea8d4f" providerId="ADAL" clId="{AD94AFB9-4343-4173-95BA-CD697D4C0046}" dt="2022-03-29T20:56:42.247" v="2327" actId="478"/>
          <ac:spMkLst>
            <pc:docMk/>
            <pc:sldMk cId="3754847319" sldId="585"/>
            <ac:spMk id="51" creationId="{00000000-0000-0000-0000-000000000000}"/>
          </ac:spMkLst>
        </pc:spChg>
        <pc:spChg chg="del mod">
          <ac:chgData name="Arslan Ay, Sakire" userId="732d719b-63b4-4597-8524-2c64f9ea8d4f" providerId="ADAL" clId="{AD94AFB9-4343-4173-95BA-CD697D4C0046}" dt="2022-03-29T20:56:42.247" v="2327" actId="478"/>
          <ac:spMkLst>
            <pc:docMk/>
            <pc:sldMk cId="3754847319" sldId="585"/>
            <ac:spMk id="52" creationId="{00000000-0000-0000-0000-000000000000}"/>
          </ac:spMkLst>
        </pc:spChg>
        <pc:spChg chg="del mod">
          <ac:chgData name="Arslan Ay, Sakire" userId="732d719b-63b4-4597-8524-2c64f9ea8d4f" providerId="ADAL" clId="{AD94AFB9-4343-4173-95BA-CD697D4C0046}" dt="2022-03-29T20:54:46.614" v="2305" actId="478"/>
          <ac:spMkLst>
            <pc:docMk/>
            <pc:sldMk cId="3754847319" sldId="585"/>
            <ac:spMk id="58" creationId="{7E6D4790-E62C-4870-9E2F-79F83A76DD3D}"/>
          </ac:spMkLst>
        </pc:spChg>
        <pc:spChg chg="add mod">
          <ac:chgData name="Arslan Ay, Sakire" userId="732d719b-63b4-4597-8524-2c64f9ea8d4f" providerId="ADAL" clId="{AD94AFB9-4343-4173-95BA-CD697D4C0046}" dt="2022-03-29T20:54:20.364" v="2302" actId="1076"/>
          <ac:spMkLst>
            <pc:docMk/>
            <pc:sldMk cId="3754847319" sldId="585"/>
            <ac:spMk id="59" creationId="{BB68FE86-78FA-4647-B2DC-99F5C5A03EF2}"/>
          </ac:spMkLst>
        </pc:spChg>
        <pc:spChg chg="add mod">
          <ac:chgData name="Arslan Ay, Sakire" userId="732d719b-63b4-4597-8524-2c64f9ea8d4f" providerId="ADAL" clId="{AD94AFB9-4343-4173-95BA-CD697D4C0046}" dt="2022-03-29T20:54:20.364" v="2302" actId="1076"/>
          <ac:spMkLst>
            <pc:docMk/>
            <pc:sldMk cId="3754847319" sldId="585"/>
            <ac:spMk id="60" creationId="{9548E7C9-4E21-4BDE-9829-0F691147435C}"/>
          </ac:spMkLst>
        </pc:spChg>
        <pc:spChg chg="add mod">
          <ac:chgData name="Arslan Ay, Sakire" userId="732d719b-63b4-4597-8524-2c64f9ea8d4f" providerId="ADAL" clId="{AD94AFB9-4343-4173-95BA-CD697D4C0046}" dt="2022-03-29T20:54:20.364" v="2302" actId="1076"/>
          <ac:spMkLst>
            <pc:docMk/>
            <pc:sldMk cId="3754847319" sldId="585"/>
            <ac:spMk id="61" creationId="{9D8DFDE7-F101-47A1-9840-2E126FE5613E}"/>
          </ac:spMkLst>
        </pc:spChg>
        <pc:spChg chg="add mod">
          <ac:chgData name="Arslan Ay, Sakire" userId="732d719b-63b4-4597-8524-2c64f9ea8d4f" providerId="ADAL" clId="{AD94AFB9-4343-4173-95BA-CD697D4C0046}" dt="2022-03-29T20:54:20.364" v="2302" actId="1076"/>
          <ac:spMkLst>
            <pc:docMk/>
            <pc:sldMk cId="3754847319" sldId="585"/>
            <ac:spMk id="62" creationId="{0422A09B-1612-499E-86D3-324C0E42162B}"/>
          </ac:spMkLst>
        </pc:spChg>
        <pc:spChg chg="add mod">
          <ac:chgData name="Arslan Ay, Sakire" userId="732d719b-63b4-4597-8524-2c64f9ea8d4f" providerId="ADAL" clId="{AD94AFB9-4343-4173-95BA-CD697D4C0046}" dt="2022-03-29T20:54:20.364" v="2302" actId="1076"/>
          <ac:spMkLst>
            <pc:docMk/>
            <pc:sldMk cId="3754847319" sldId="585"/>
            <ac:spMk id="65" creationId="{12FB0AA6-C41F-48E3-B159-AC25A0A1C617}"/>
          </ac:spMkLst>
        </pc:spChg>
        <pc:spChg chg="mod">
          <ac:chgData name="Arslan Ay, Sakire" userId="732d719b-63b4-4597-8524-2c64f9ea8d4f" providerId="ADAL" clId="{AD94AFB9-4343-4173-95BA-CD697D4C0046}" dt="2022-03-29T21:03:08.961" v="2380" actId="14100"/>
          <ac:spMkLst>
            <pc:docMk/>
            <pc:sldMk cId="3754847319" sldId="585"/>
            <ac:spMk id="68" creationId="{9557EF27-BD15-4034-9FEC-396B5F640128}"/>
          </ac:spMkLst>
        </pc:spChg>
        <pc:spChg chg="mod">
          <ac:chgData name="Arslan Ay, Sakire" userId="732d719b-63b4-4597-8524-2c64f9ea8d4f" providerId="ADAL" clId="{AD94AFB9-4343-4173-95BA-CD697D4C0046}" dt="2022-03-29T21:03:15.275" v="2381" actId="14100"/>
          <ac:spMkLst>
            <pc:docMk/>
            <pc:sldMk cId="3754847319" sldId="585"/>
            <ac:spMk id="69" creationId="{B4504FAF-1CEF-4AFA-9AD3-95B310F17431}"/>
          </ac:spMkLst>
        </pc:spChg>
        <pc:spChg chg="add mod">
          <ac:chgData name="Arslan Ay, Sakire" userId="732d719b-63b4-4597-8524-2c64f9ea8d4f" providerId="ADAL" clId="{AD94AFB9-4343-4173-95BA-CD697D4C0046}" dt="2022-03-29T21:02:50.707" v="2376" actId="1038"/>
          <ac:spMkLst>
            <pc:docMk/>
            <pc:sldMk cId="3754847319" sldId="585"/>
            <ac:spMk id="71" creationId="{3496B77B-EA33-4F84-BC4F-CA01DFAD0585}"/>
          </ac:spMkLst>
        </pc:spChg>
        <pc:spChg chg="add del mod">
          <ac:chgData name="Arslan Ay, Sakire" userId="732d719b-63b4-4597-8524-2c64f9ea8d4f" providerId="ADAL" clId="{AD94AFB9-4343-4173-95BA-CD697D4C0046}" dt="2022-03-29T20:54:32.899" v="2303" actId="478"/>
          <ac:spMkLst>
            <pc:docMk/>
            <pc:sldMk cId="3754847319" sldId="585"/>
            <ac:spMk id="72" creationId="{522B183D-D701-4203-9911-48C21805E6B0}"/>
          </ac:spMkLst>
        </pc:spChg>
        <pc:spChg chg="add mod">
          <ac:chgData name="Arslan Ay, Sakire" userId="732d719b-63b4-4597-8524-2c64f9ea8d4f" providerId="ADAL" clId="{AD94AFB9-4343-4173-95BA-CD697D4C0046}" dt="2022-03-29T20:57:50.289" v="2339" actId="1076"/>
          <ac:spMkLst>
            <pc:docMk/>
            <pc:sldMk cId="3754847319" sldId="585"/>
            <ac:spMk id="73" creationId="{B572A12C-DE6A-4B66-8718-E5DD9D3CD5B7}"/>
          </ac:spMkLst>
        </pc:spChg>
        <pc:spChg chg="add del mod">
          <ac:chgData name="Arslan Ay, Sakire" userId="732d719b-63b4-4597-8524-2c64f9ea8d4f" providerId="ADAL" clId="{AD94AFB9-4343-4173-95BA-CD697D4C0046}" dt="2022-03-29T20:58:30.539" v="2340" actId="478"/>
          <ac:spMkLst>
            <pc:docMk/>
            <pc:sldMk cId="3754847319" sldId="585"/>
            <ac:spMk id="74" creationId="{3AA93CB3-00C3-4241-BD3B-D67A0B202775}"/>
          </ac:spMkLst>
        </pc:spChg>
        <pc:spChg chg="mod">
          <ac:chgData name="Arslan Ay, Sakire" userId="732d719b-63b4-4597-8524-2c64f9ea8d4f" providerId="ADAL" clId="{AD94AFB9-4343-4173-95BA-CD697D4C0046}" dt="2022-03-29T21:02:58.161" v="2377" actId="14100"/>
          <ac:spMkLst>
            <pc:docMk/>
            <pc:sldMk cId="3754847319" sldId="585"/>
            <ac:spMk id="76" creationId="{B23E888B-CA8D-441E-83CD-2DB7D588F2D7}"/>
          </ac:spMkLst>
        </pc:spChg>
        <pc:spChg chg="mod">
          <ac:chgData name="Arslan Ay, Sakire" userId="732d719b-63b4-4597-8524-2c64f9ea8d4f" providerId="ADAL" clId="{AD94AFB9-4343-4173-95BA-CD697D4C0046}" dt="2022-03-29T21:03:05.772" v="2379" actId="14100"/>
          <ac:spMkLst>
            <pc:docMk/>
            <pc:sldMk cId="3754847319" sldId="585"/>
            <ac:spMk id="77" creationId="{302F5798-F774-4265-ACD4-EC112993DB34}"/>
          </ac:spMkLst>
        </pc:spChg>
        <pc:spChg chg="add mod">
          <ac:chgData name="Arslan Ay, Sakire" userId="732d719b-63b4-4597-8524-2c64f9ea8d4f" providerId="ADAL" clId="{AD94AFB9-4343-4173-95BA-CD697D4C0046}" dt="2022-03-29T21:02:50.707" v="2376" actId="1038"/>
          <ac:spMkLst>
            <pc:docMk/>
            <pc:sldMk cId="3754847319" sldId="585"/>
            <ac:spMk id="78" creationId="{4B3FB2B4-678D-486A-96ED-B949E30FF8F3}"/>
          </ac:spMkLst>
        </pc:spChg>
        <pc:spChg chg="mod">
          <ac:chgData name="Arslan Ay, Sakire" userId="732d719b-63b4-4597-8524-2c64f9ea8d4f" providerId="ADAL" clId="{AD94AFB9-4343-4173-95BA-CD697D4C0046}" dt="2022-03-29T21:02:19.756" v="2369" actId="1076"/>
          <ac:spMkLst>
            <pc:docMk/>
            <pc:sldMk cId="3754847319" sldId="585"/>
            <ac:spMk id="135" creationId="{00000000-0000-0000-0000-000000000000}"/>
          </ac:spMkLst>
        </pc:spChg>
        <pc:spChg chg="mod">
          <ac:chgData name="Arslan Ay, Sakire" userId="732d719b-63b4-4597-8524-2c64f9ea8d4f" providerId="ADAL" clId="{AD94AFB9-4343-4173-95BA-CD697D4C0046}" dt="2022-03-29T21:02:19.756" v="2369" actId="1076"/>
          <ac:spMkLst>
            <pc:docMk/>
            <pc:sldMk cId="3754847319" sldId="585"/>
            <ac:spMk id="136" creationId="{00000000-0000-0000-0000-000000000000}"/>
          </ac:spMkLst>
        </pc:spChg>
        <pc:spChg chg="mod">
          <ac:chgData name="Arslan Ay, Sakire" userId="732d719b-63b4-4597-8524-2c64f9ea8d4f" providerId="ADAL" clId="{AD94AFB9-4343-4173-95BA-CD697D4C0046}" dt="2022-03-29T21:02:32.772" v="2373" actId="1076"/>
          <ac:spMkLst>
            <pc:docMk/>
            <pc:sldMk cId="3754847319" sldId="585"/>
            <ac:spMk id="137" creationId="{00000000-0000-0000-0000-000000000000}"/>
          </ac:spMkLst>
        </pc:spChg>
        <pc:spChg chg="mod">
          <ac:chgData name="Arslan Ay, Sakire" userId="732d719b-63b4-4597-8524-2c64f9ea8d4f" providerId="ADAL" clId="{AD94AFB9-4343-4173-95BA-CD697D4C0046}" dt="2022-03-29T20:53:21.500" v="2268" actId="27636"/>
          <ac:spMkLst>
            <pc:docMk/>
            <pc:sldMk cId="3754847319" sldId="585"/>
            <ac:spMk id="9221" creationId="{00000000-0000-0000-0000-000000000000}"/>
          </ac:spMkLst>
        </pc:spChg>
        <pc:grpChg chg="del">
          <ac:chgData name="Arslan Ay, Sakire" userId="732d719b-63b4-4597-8524-2c64f9ea8d4f" providerId="ADAL" clId="{AD94AFB9-4343-4173-95BA-CD697D4C0046}" dt="2022-03-29T20:54:04.941" v="2271" actId="478"/>
          <ac:grpSpMkLst>
            <pc:docMk/>
            <pc:sldMk cId="3754847319" sldId="585"/>
            <ac:grpSpMk id="30" creationId="{E309F844-F37A-49BE-A5C9-41428210473F}"/>
          </ac:grpSpMkLst>
        </pc:grpChg>
        <pc:grpChg chg="del">
          <ac:chgData name="Arslan Ay, Sakire" userId="732d719b-63b4-4597-8524-2c64f9ea8d4f" providerId="ADAL" clId="{AD94AFB9-4343-4173-95BA-CD697D4C0046}" dt="2022-03-29T20:54:04.941" v="2271" actId="478"/>
          <ac:grpSpMkLst>
            <pc:docMk/>
            <pc:sldMk cId="3754847319" sldId="585"/>
            <ac:grpSpMk id="34" creationId="{712A97B6-F026-466C-BBC4-C50BBC1597B8}"/>
          </ac:grpSpMkLst>
        </pc:grpChg>
        <pc:grpChg chg="add del mod">
          <ac:chgData name="Arslan Ay, Sakire" userId="732d719b-63b4-4597-8524-2c64f9ea8d4f" providerId="ADAL" clId="{AD94AFB9-4343-4173-95BA-CD697D4C0046}" dt="2022-03-29T20:54:03.912" v="2270"/>
          <ac:grpSpMkLst>
            <pc:docMk/>
            <pc:sldMk cId="3754847319" sldId="585"/>
            <ac:grpSpMk id="41" creationId="{EA0F6F35-C902-41B3-9E8A-8C9655905162}"/>
          </ac:grpSpMkLst>
        </pc:grpChg>
        <pc:grpChg chg="del">
          <ac:chgData name="Arslan Ay, Sakire" userId="732d719b-63b4-4597-8524-2c64f9ea8d4f" providerId="ADAL" clId="{AD94AFB9-4343-4173-95BA-CD697D4C0046}" dt="2022-03-29T20:54:04.941" v="2271" actId="478"/>
          <ac:grpSpMkLst>
            <pc:docMk/>
            <pc:sldMk cId="3754847319" sldId="585"/>
            <ac:grpSpMk id="53" creationId="{AB68E28C-E3F5-474B-A22E-80097091F069}"/>
          </ac:grpSpMkLst>
        </pc:grpChg>
        <pc:grpChg chg="add mod">
          <ac:chgData name="Arslan Ay, Sakire" userId="732d719b-63b4-4597-8524-2c64f9ea8d4f" providerId="ADAL" clId="{AD94AFB9-4343-4173-95BA-CD697D4C0046}" dt="2022-03-29T21:02:50.707" v="2376" actId="1038"/>
          <ac:grpSpMkLst>
            <pc:docMk/>
            <pc:sldMk cId="3754847319" sldId="585"/>
            <ac:grpSpMk id="67" creationId="{ABBF9C47-6B40-4393-9A82-532B582BE82D}"/>
          </ac:grpSpMkLst>
        </pc:grpChg>
        <pc:grpChg chg="add mod">
          <ac:chgData name="Arslan Ay, Sakire" userId="732d719b-63b4-4597-8524-2c64f9ea8d4f" providerId="ADAL" clId="{AD94AFB9-4343-4173-95BA-CD697D4C0046}" dt="2022-03-29T21:02:50.707" v="2376" actId="1038"/>
          <ac:grpSpMkLst>
            <pc:docMk/>
            <pc:sldMk cId="3754847319" sldId="585"/>
            <ac:grpSpMk id="75" creationId="{5BA1A616-862A-4353-912B-96C76FB2C091}"/>
          </ac:grpSpMkLst>
        </pc:grpChg>
        <pc:cxnChg chg="mod">
          <ac:chgData name="Arslan Ay, Sakire" userId="732d719b-63b4-4597-8524-2c64f9ea8d4f" providerId="ADAL" clId="{AD94AFB9-4343-4173-95BA-CD697D4C0046}" dt="2022-03-29T21:02:14.232" v="2368" actId="14100"/>
          <ac:cxnSpMkLst>
            <pc:docMk/>
            <pc:sldMk cId="3754847319" sldId="585"/>
            <ac:cxnSpMk id="4" creationId="{00000000-0000-0000-0000-000000000000}"/>
          </ac:cxnSpMkLst>
        </pc:cxnChg>
        <pc:cxnChg chg="mod">
          <ac:chgData name="Arslan Ay, Sakire" userId="732d719b-63b4-4597-8524-2c64f9ea8d4f" providerId="ADAL" clId="{AD94AFB9-4343-4173-95BA-CD697D4C0046}" dt="2022-03-29T21:03:05.772" v="2379" actId="14100"/>
          <ac:cxnSpMkLst>
            <pc:docMk/>
            <pc:sldMk cId="3754847319" sldId="585"/>
            <ac:cxnSpMk id="19" creationId="{00000000-0000-0000-0000-000000000000}"/>
          </ac:cxnSpMkLst>
        </pc:cxnChg>
        <pc:cxnChg chg="mod">
          <ac:chgData name="Arslan Ay, Sakire" userId="732d719b-63b4-4597-8524-2c64f9ea8d4f" providerId="ADAL" clId="{AD94AFB9-4343-4173-95BA-CD697D4C0046}" dt="2022-03-29T21:02:36.127" v="2374" actId="14100"/>
          <ac:cxnSpMkLst>
            <pc:docMk/>
            <pc:sldMk cId="3754847319" sldId="585"/>
            <ac:cxnSpMk id="31" creationId="{00000000-0000-0000-0000-000000000000}"/>
          </ac:cxnSpMkLst>
        </pc:cxnChg>
        <pc:cxnChg chg="add del mod">
          <ac:chgData name="Arslan Ay, Sakire" userId="732d719b-63b4-4597-8524-2c64f9ea8d4f" providerId="ADAL" clId="{AD94AFB9-4343-4173-95BA-CD697D4C0046}" dt="2022-03-29T20:54:03.912" v="2270"/>
          <ac:cxnSpMkLst>
            <pc:docMk/>
            <pc:sldMk cId="3754847319" sldId="585"/>
            <ac:cxnSpMk id="37" creationId="{1539D807-2920-4736-B2C1-6F899CC6FBF0}"/>
          </ac:cxnSpMkLst>
        </pc:cxnChg>
        <pc:cxnChg chg="add del mod">
          <ac:chgData name="Arslan Ay, Sakire" userId="732d719b-63b4-4597-8524-2c64f9ea8d4f" providerId="ADAL" clId="{AD94AFB9-4343-4173-95BA-CD697D4C0046}" dt="2022-03-29T20:54:03.912" v="2270"/>
          <ac:cxnSpMkLst>
            <pc:docMk/>
            <pc:sldMk cId="3754847319" sldId="585"/>
            <ac:cxnSpMk id="38" creationId="{C2AC3E25-B04A-4965-91A7-FBCFB6789BA6}"/>
          </ac:cxnSpMkLst>
        </pc:cxnChg>
        <pc:cxnChg chg="add del mod">
          <ac:chgData name="Arslan Ay, Sakire" userId="732d719b-63b4-4597-8524-2c64f9ea8d4f" providerId="ADAL" clId="{AD94AFB9-4343-4173-95BA-CD697D4C0046}" dt="2022-03-29T20:54:03.912" v="2270"/>
          <ac:cxnSpMkLst>
            <pc:docMk/>
            <pc:sldMk cId="3754847319" sldId="585"/>
            <ac:cxnSpMk id="40" creationId="{46A533F5-965A-47D4-8962-58543E5F9735}"/>
          </ac:cxnSpMkLst>
        </pc:cxnChg>
        <pc:cxnChg chg="add del mod">
          <ac:chgData name="Arslan Ay, Sakire" userId="732d719b-63b4-4597-8524-2c64f9ea8d4f" providerId="ADAL" clId="{AD94AFB9-4343-4173-95BA-CD697D4C0046}" dt="2022-03-29T20:54:03.912" v="2270"/>
          <ac:cxnSpMkLst>
            <pc:docMk/>
            <pc:sldMk cId="3754847319" sldId="585"/>
            <ac:cxnSpMk id="44" creationId="{B6339498-B8EE-4F1C-8CD7-AE17D2F6096A}"/>
          </ac:cxnSpMkLst>
        </pc:cxnChg>
        <pc:cxnChg chg="del">
          <ac:chgData name="Arslan Ay, Sakire" userId="732d719b-63b4-4597-8524-2c64f9ea8d4f" providerId="ADAL" clId="{AD94AFB9-4343-4173-95BA-CD697D4C0046}" dt="2022-03-29T20:54:04.941" v="2271" actId="478"/>
          <ac:cxnSpMkLst>
            <pc:docMk/>
            <pc:sldMk cId="3754847319" sldId="585"/>
            <ac:cxnSpMk id="56" creationId="{75924D09-74DD-4E27-9721-BA030E51C04D}"/>
          </ac:cxnSpMkLst>
        </pc:cxnChg>
        <pc:cxnChg chg="del">
          <ac:chgData name="Arslan Ay, Sakire" userId="732d719b-63b4-4597-8524-2c64f9ea8d4f" providerId="ADAL" clId="{AD94AFB9-4343-4173-95BA-CD697D4C0046}" dt="2022-03-29T20:54:04.941" v="2271" actId="478"/>
          <ac:cxnSpMkLst>
            <pc:docMk/>
            <pc:sldMk cId="3754847319" sldId="585"/>
            <ac:cxnSpMk id="57" creationId="{DF18E66B-01C6-4D40-96CA-DA21F62D3F73}"/>
          </ac:cxnSpMkLst>
        </pc:cxnChg>
        <pc:cxnChg chg="add mod">
          <ac:chgData name="Arslan Ay, Sakire" userId="732d719b-63b4-4597-8524-2c64f9ea8d4f" providerId="ADAL" clId="{AD94AFB9-4343-4173-95BA-CD697D4C0046}" dt="2022-03-29T20:54:20.364" v="2302" actId="1076"/>
          <ac:cxnSpMkLst>
            <pc:docMk/>
            <pc:sldMk cId="3754847319" sldId="585"/>
            <ac:cxnSpMk id="63" creationId="{DBACB72F-A804-458F-812E-01E55A375C11}"/>
          </ac:cxnSpMkLst>
        </pc:cxnChg>
        <pc:cxnChg chg="add mod">
          <ac:chgData name="Arslan Ay, Sakire" userId="732d719b-63b4-4597-8524-2c64f9ea8d4f" providerId="ADAL" clId="{AD94AFB9-4343-4173-95BA-CD697D4C0046}" dt="2022-03-29T20:54:20.364" v="2302" actId="1076"/>
          <ac:cxnSpMkLst>
            <pc:docMk/>
            <pc:sldMk cId="3754847319" sldId="585"/>
            <ac:cxnSpMk id="64" creationId="{9C3C2A5B-B86A-49A4-A640-989EBE4B815A}"/>
          </ac:cxnSpMkLst>
        </pc:cxnChg>
        <pc:cxnChg chg="add mod">
          <ac:chgData name="Arslan Ay, Sakire" userId="732d719b-63b4-4597-8524-2c64f9ea8d4f" providerId="ADAL" clId="{AD94AFB9-4343-4173-95BA-CD697D4C0046}" dt="2022-03-29T20:54:20.364" v="2302" actId="1076"/>
          <ac:cxnSpMkLst>
            <pc:docMk/>
            <pc:sldMk cId="3754847319" sldId="585"/>
            <ac:cxnSpMk id="66" creationId="{92031105-5A42-41FA-AB3C-43F05741556F}"/>
          </ac:cxnSpMkLst>
        </pc:cxnChg>
        <pc:cxnChg chg="add mod">
          <ac:chgData name="Arslan Ay, Sakire" userId="732d719b-63b4-4597-8524-2c64f9ea8d4f" providerId="ADAL" clId="{AD94AFB9-4343-4173-95BA-CD697D4C0046}" dt="2022-03-29T21:02:50.707" v="2376" actId="1038"/>
          <ac:cxnSpMkLst>
            <pc:docMk/>
            <pc:sldMk cId="3754847319" sldId="585"/>
            <ac:cxnSpMk id="70" creationId="{9629541B-450F-435B-9191-82E220256DD5}"/>
          </ac:cxnSpMkLst>
        </pc:cxnChg>
        <pc:cxnChg chg="add mod">
          <ac:chgData name="Arslan Ay, Sakire" userId="732d719b-63b4-4597-8524-2c64f9ea8d4f" providerId="ADAL" clId="{AD94AFB9-4343-4173-95BA-CD697D4C0046}" dt="2022-03-29T21:02:50.707" v="2376" actId="1038"/>
          <ac:cxnSpMkLst>
            <pc:docMk/>
            <pc:sldMk cId="3754847319" sldId="585"/>
            <ac:cxnSpMk id="79" creationId="{E12A43C5-9AEC-440F-A1EF-3C54DEC45D05}"/>
          </ac:cxnSpMkLst>
        </pc:cxnChg>
      </pc:sldChg>
      <pc:sldChg chg="addSp delSp modSp mod modAnim modNotes modNotesTx">
        <pc:chgData name="Arslan Ay, Sakire" userId="732d719b-63b4-4597-8524-2c64f9ea8d4f" providerId="ADAL" clId="{AD94AFB9-4343-4173-95BA-CD697D4C0046}" dt="2022-03-30T17:07:27.143" v="2881" actId="27636"/>
        <pc:sldMkLst>
          <pc:docMk/>
          <pc:sldMk cId="2203671568" sldId="598"/>
        </pc:sldMkLst>
        <pc:spChg chg="add mod">
          <ac:chgData name="Arslan Ay, Sakire" userId="732d719b-63b4-4597-8524-2c64f9ea8d4f" providerId="ADAL" clId="{AD94AFB9-4343-4173-95BA-CD697D4C0046}" dt="2022-03-29T20:49:40.949" v="2260" actId="1076"/>
          <ac:spMkLst>
            <pc:docMk/>
            <pc:sldMk cId="2203671568" sldId="598"/>
            <ac:spMk id="36" creationId="{96D4DCF6-2A70-4D8E-85E5-6E1668A56FFF}"/>
          </ac:spMkLst>
        </pc:spChg>
        <pc:spChg chg="add mod">
          <ac:chgData name="Arslan Ay, Sakire" userId="732d719b-63b4-4597-8524-2c64f9ea8d4f" providerId="ADAL" clId="{AD94AFB9-4343-4173-95BA-CD697D4C0046}" dt="2022-03-29T20:51:30.449" v="2266" actId="1076"/>
          <ac:spMkLst>
            <pc:docMk/>
            <pc:sldMk cId="2203671568" sldId="598"/>
            <ac:spMk id="41" creationId="{7EEB5BD2-EA1A-4A81-B567-93A576BFDC65}"/>
          </ac:spMkLst>
        </pc:spChg>
        <pc:spChg chg="del">
          <ac:chgData name="Arslan Ay, Sakire" userId="732d719b-63b4-4597-8524-2c64f9ea8d4f" providerId="ADAL" clId="{AD94AFB9-4343-4173-95BA-CD697D4C0046}" dt="2022-03-29T20:05:13.797" v="1883" actId="21"/>
          <ac:spMkLst>
            <pc:docMk/>
            <pc:sldMk cId="2203671568" sldId="598"/>
            <ac:spMk id="9237" creationId="{B9D4F1C3-622E-4EF1-8747-E6055CFFA652}"/>
          </ac:spMkLst>
        </pc:spChg>
        <pc:cxnChg chg="add del mod">
          <ac:chgData name="Arslan Ay, Sakire" userId="732d719b-63b4-4597-8524-2c64f9ea8d4f" providerId="ADAL" clId="{AD94AFB9-4343-4173-95BA-CD697D4C0046}" dt="2022-03-29T20:49:47.124" v="2262" actId="478"/>
          <ac:cxnSpMkLst>
            <pc:docMk/>
            <pc:sldMk cId="2203671568" sldId="598"/>
            <ac:cxnSpMk id="35" creationId="{1CCDF64C-8299-45D1-924D-3E481BF9F1F9}"/>
          </ac:cxnSpMkLst>
        </pc:cxnChg>
        <pc:cxnChg chg="mod">
          <ac:chgData name="Arslan Ay, Sakire" userId="732d719b-63b4-4597-8524-2c64f9ea8d4f" providerId="ADAL" clId="{AD94AFB9-4343-4173-95BA-CD697D4C0046}" dt="2022-03-29T20:49:45.223" v="2261" actId="14100"/>
          <ac:cxnSpMkLst>
            <pc:docMk/>
            <pc:sldMk cId="2203671568" sldId="598"/>
            <ac:cxnSpMk id="91" creationId="{FCB8977F-D65D-43F1-9E09-997B34F7EB62}"/>
          </ac:cxnSpMkLst>
        </pc:cxnChg>
      </pc:sldChg>
      <pc:sldChg chg="modSp mod modClrScheme chgLayout">
        <pc:chgData name="Arslan Ay, Sakire" userId="732d719b-63b4-4597-8524-2c64f9ea8d4f" providerId="ADAL" clId="{AD94AFB9-4343-4173-95BA-CD697D4C0046}" dt="2022-03-29T17:31:43.330" v="635" actId="1076"/>
        <pc:sldMkLst>
          <pc:docMk/>
          <pc:sldMk cId="3934199991" sldId="599"/>
        </pc:sldMkLst>
        <pc:spChg chg="mod ord">
          <ac:chgData name="Arslan Ay, Sakire" userId="732d719b-63b4-4597-8524-2c64f9ea8d4f" providerId="ADAL" clId="{AD94AFB9-4343-4173-95BA-CD697D4C0046}" dt="2022-03-29T17:31:43.330" v="635" actId="1076"/>
          <ac:spMkLst>
            <pc:docMk/>
            <pc:sldMk cId="3934199991" sldId="599"/>
            <ac:spMk id="2" creationId="{27ECB0FA-F243-4D7F-B0F1-75A7CD3F277B}"/>
          </ac:spMkLst>
        </pc:spChg>
        <pc:spChg chg="mod ord">
          <ac:chgData name="Arslan Ay, Sakire" userId="732d719b-63b4-4597-8524-2c64f9ea8d4f" providerId="ADAL" clId="{AD94AFB9-4343-4173-95BA-CD697D4C0046}" dt="2022-03-29T17:31:29.921" v="634" actId="20577"/>
          <ac:spMkLst>
            <pc:docMk/>
            <pc:sldMk cId="3934199991" sldId="599"/>
            <ac:spMk id="3" creationId="{98EFAF0E-CEBA-451E-9410-876B5F2F8F58}"/>
          </ac:spMkLst>
        </pc:spChg>
        <pc:spChg chg="mod ord">
          <ac:chgData name="Arslan Ay, Sakire" userId="732d719b-63b4-4597-8524-2c64f9ea8d4f" providerId="ADAL" clId="{AD94AFB9-4343-4173-95BA-CD697D4C0046}" dt="2022-03-29T17:25:02.178" v="516" actId="700"/>
          <ac:spMkLst>
            <pc:docMk/>
            <pc:sldMk cId="3934199991" sldId="599"/>
            <ac:spMk id="4" creationId="{CBD34482-27EE-44BC-A801-03829A39A8EA}"/>
          </ac:spMkLst>
        </pc:spChg>
      </pc:sldChg>
      <pc:sldChg chg="addSp delSp modSp mod modAnim">
        <pc:chgData name="Arslan Ay, Sakire" userId="732d719b-63b4-4597-8524-2c64f9ea8d4f" providerId="ADAL" clId="{AD94AFB9-4343-4173-95BA-CD697D4C0046}" dt="2022-03-29T19:17:26.505" v="1629" actId="404"/>
        <pc:sldMkLst>
          <pc:docMk/>
          <pc:sldMk cId="923429077" sldId="600"/>
        </pc:sldMkLst>
        <pc:spChg chg="mod">
          <ac:chgData name="Arslan Ay, Sakire" userId="732d719b-63b4-4597-8524-2c64f9ea8d4f" providerId="ADAL" clId="{AD94AFB9-4343-4173-95BA-CD697D4C0046}" dt="2022-03-29T17:40:15.547" v="714" actId="14100"/>
          <ac:spMkLst>
            <pc:docMk/>
            <pc:sldMk cId="923429077" sldId="600"/>
            <ac:spMk id="2" creationId="{27ECB0FA-F243-4D7F-B0F1-75A7CD3F277B}"/>
          </ac:spMkLst>
        </pc:spChg>
        <pc:spChg chg="mod">
          <ac:chgData name="Arslan Ay, Sakire" userId="732d719b-63b4-4597-8524-2c64f9ea8d4f" providerId="ADAL" clId="{AD94AFB9-4343-4173-95BA-CD697D4C0046}" dt="2022-03-29T19:17:26.505" v="1629" actId="404"/>
          <ac:spMkLst>
            <pc:docMk/>
            <pc:sldMk cId="923429077" sldId="600"/>
            <ac:spMk id="3" creationId="{98EFAF0E-CEBA-451E-9410-876B5F2F8F58}"/>
          </ac:spMkLst>
        </pc:spChg>
        <pc:spChg chg="del">
          <ac:chgData name="Arslan Ay, Sakire" userId="732d719b-63b4-4597-8524-2c64f9ea8d4f" providerId="ADAL" clId="{AD94AFB9-4343-4173-95BA-CD697D4C0046}" dt="2022-03-29T17:51:36.985" v="939" actId="478"/>
          <ac:spMkLst>
            <pc:docMk/>
            <pc:sldMk cId="923429077" sldId="600"/>
            <ac:spMk id="5" creationId="{A2EB6B18-F33D-45FB-8BFB-1E8505785265}"/>
          </ac:spMkLst>
        </pc:spChg>
        <pc:spChg chg="mod">
          <ac:chgData name="Arslan Ay, Sakire" userId="732d719b-63b4-4597-8524-2c64f9ea8d4f" providerId="ADAL" clId="{AD94AFB9-4343-4173-95BA-CD697D4C0046}" dt="2022-03-29T18:05:50.647" v="1129" actId="20577"/>
          <ac:spMkLst>
            <pc:docMk/>
            <pc:sldMk cId="923429077" sldId="600"/>
            <ac:spMk id="6" creationId="{5180861D-8B5C-40CD-B6ED-FB3E0FB62B47}"/>
          </ac:spMkLst>
        </pc:spChg>
        <pc:spChg chg="del">
          <ac:chgData name="Arslan Ay, Sakire" userId="732d719b-63b4-4597-8524-2c64f9ea8d4f" providerId="ADAL" clId="{AD94AFB9-4343-4173-95BA-CD697D4C0046}" dt="2022-03-29T18:01:39.676" v="1062" actId="478"/>
          <ac:spMkLst>
            <pc:docMk/>
            <pc:sldMk cId="923429077" sldId="600"/>
            <ac:spMk id="7" creationId="{35E98CBB-FAEC-4A73-A107-F7B750A6B60A}"/>
          </ac:spMkLst>
        </pc:spChg>
        <pc:spChg chg="add mod">
          <ac:chgData name="Arslan Ay, Sakire" userId="732d719b-63b4-4597-8524-2c64f9ea8d4f" providerId="ADAL" clId="{AD94AFB9-4343-4173-95BA-CD697D4C0046}" dt="2022-03-29T18:14:58.530" v="1302" actId="1076"/>
          <ac:spMkLst>
            <pc:docMk/>
            <pc:sldMk cId="923429077" sldId="600"/>
            <ac:spMk id="8" creationId="{3BD1A09C-907C-4DF4-A6F7-91145FDF61C1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10" creationId="{29BDB83F-4FAA-4411-9D4C-14851C43F4DD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11" creationId="{74E000CA-E772-4E31-A277-E7EF72CF9FC7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14" creationId="{A949D87C-A6F5-4806-A955-3B275C827BD3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15" creationId="{19371616-A180-4F58-B6B7-E5BB64CF25B9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20" creationId="{E2CD1E0D-750B-4BC7-B251-A3993FEB54BE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21" creationId="{56C29C17-AB7F-4490-B89F-F465E51C2B4A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23" creationId="{BFC1FFC2-E5CB-4C78-AB25-08C414A5EF66}"/>
          </ac:spMkLst>
        </pc:spChg>
        <pc:spChg chg="add mod">
          <ac:chgData name="Arslan Ay, Sakire" userId="732d719b-63b4-4597-8524-2c64f9ea8d4f" providerId="ADAL" clId="{AD94AFB9-4343-4173-95BA-CD697D4C0046}" dt="2022-03-29T17:55:28.811" v="973" actId="1076"/>
          <ac:spMkLst>
            <pc:docMk/>
            <pc:sldMk cId="923429077" sldId="600"/>
            <ac:spMk id="27" creationId="{B49A90B8-5777-435E-AB67-588C7A39F571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28" creationId="{DCE4EDD4-7905-4544-B708-BF8CB645E998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29" creationId="{34BD9977-C2CB-444D-9F3D-F4B414AE1E34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30" creationId="{97197137-B25C-4CFB-940C-414F28EC85B8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31" creationId="{11036D57-48F9-45B5-9F99-4DF894A03D21}"/>
          </ac:spMkLst>
        </pc:spChg>
        <pc:spChg chg="add mod">
          <ac:chgData name="Arslan Ay, Sakire" userId="732d719b-63b4-4597-8524-2c64f9ea8d4f" providerId="ADAL" clId="{AD94AFB9-4343-4173-95BA-CD697D4C0046}" dt="2022-03-29T17:55:28.811" v="973" actId="1076"/>
          <ac:spMkLst>
            <pc:docMk/>
            <pc:sldMk cId="923429077" sldId="600"/>
            <ac:spMk id="32" creationId="{2BCC767F-3F9C-4BDB-B48E-550D5DA7DF9A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35" creationId="{70100329-CEA4-41CE-86C8-712F0A512286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36" creationId="{63F7DA39-8658-42C1-91E4-69CE777E6EA2}"/>
          </ac:spMkLst>
        </pc:spChg>
        <pc:spChg chg="del">
          <ac:chgData name="Arslan Ay, Sakire" userId="732d719b-63b4-4597-8524-2c64f9ea8d4f" providerId="ADAL" clId="{AD94AFB9-4343-4173-95BA-CD697D4C0046}" dt="2022-03-29T17:43:33.049" v="812" actId="478"/>
          <ac:spMkLst>
            <pc:docMk/>
            <pc:sldMk cId="923429077" sldId="600"/>
            <ac:spMk id="37" creationId="{EC8B2C36-2973-4737-B17B-73D1D8E863D8}"/>
          </ac:spMkLst>
        </pc:spChg>
        <pc:spChg chg="add mod">
          <ac:chgData name="Arslan Ay, Sakire" userId="732d719b-63b4-4597-8524-2c64f9ea8d4f" providerId="ADAL" clId="{AD94AFB9-4343-4173-95BA-CD697D4C0046}" dt="2022-03-29T17:59:58.866" v="1051" actId="1076"/>
          <ac:spMkLst>
            <pc:docMk/>
            <pc:sldMk cId="923429077" sldId="600"/>
            <ac:spMk id="38" creationId="{26DFECE7-D6DA-47AB-855B-EDDC0CF00B3D}"/>
          </ac:spMkLst>
        </pc:spChg>
        <pc:spChg chg="add del mod">
          <ac:chgData name="Arslan Ay, Sakire" userId="732d719b-63b4-4597-8524-2c64f9ea8d4f" providerId="ADAL" clId="{AD94AFB9-4343-4173-95BA-CD697D4C0046}" dt="2022-03-29T17:56:14.954" v="984" actId="478"/>
          <ac:spMkLst>
            <pc:docMk/>
            <pc:sldMk cId="923429077" sldId="600"/>
            <ac:spMk id="42" creationId="{290C1393-463C-4A7A-BFE9-C51E59CEEB59}"/>
          </ac:spMkLst>
        </pc:spChg>
        <pc:spChg chg="add del">
          <ac:chgData name="Arslan Ay, Sakire" userId="732d719b-63b4-4597-8524-2c64f9ea8d4f" providerId="ADAL" clId="{AD94AFB9-4343-4173-95BA-CD697D4C0046}" dt="2022-03-29T17:58:47.382" v="1035" actId="478"/>
          <ac:spMkLst>
            <pc:docMk/>
            <pc:sldMk cId="923429077" sldId="600"/>
            <ac:spMk id="65" creationId="{5C6E58BC-527E-4AFA-9CC1-18EA726B8E77}"/>
          </ac:spMkLst>
        </pc:spChg>
        <pc:spChg chg="add del">
          <ac:chgData name="Arslan Ay, Sakire" userId="732d719b-63b4-4597-8524-2c64f9ea8d4f" providerId="ADAL" clId="{AD94AFB9-4343-4173-95BA-CD697D4C0046}" dt="2022-03-29T17:59:04.857" v="1037" actId="478"/>
          <ac:spMkLst>
            <pc:docMk/>
            <pc:sldMk cId="923429077" sldId="600"/>
            <ac:spMk id="66" creationId="{7FF67BFC-1180-4ED6-BBF7-059EE6370246}"/>
          </ac:spMkLst>
        </pc:spChg>
        <pc:spChg chg="add mod">
          <ac:chgData name="Arslan Ay, Sakire" userId="732d719b-63b4-4597-8524-2c64f9ea8d4f" providerId="ADAL" clId="{AD94AFB9-4343-4173-95BA-CD697D4C0046}" dt="2022-03-29T18:13:45.666" v="1280" actId="207"/>
          <ac:spMkLst>
            <pc:docMk/>
            <pc:sldMk cId="923429077" sldId="600"/>
            <ac:spMk id="81" creationId="{DD472EE2-0B64-4656-B3C4-1442C1F79837}"/>
          </ac:spMkLst>
        </pc:spChg>
        <pc:spChg chg="add mod">
          <ac:chgData name="Arslan Ay, Sakire" userId="732d719b-63b4-4597-8524-2c64f9ea8d4f" providerId="ADAL" clId="{AD94AFB9-4343-4173-95BA-CD697D4C0046}" dt="2022-03-29T18:15:02.566" v="1303" actId="14100"/>
          <ac:spMkLst>
            <pc:docMk/>
            <pc:sldMk cId="923429077" sldId="600"/>
            <ac:spMk id="82" creationId="{F78C0FD4-FCD2-4E7F-919A-660B85D83859}"/>
          </ac:spMkLst>
        </pc:spChg>
        <pc:spChg chg="add mod">
          <ac:chgData name="Arslan Ay, Sakire" userId="732d719b-63b4-4597-8524-2c64f9ea8d4f" providerId="ADAL" clId="{AD94AFB9-4343-4173-95BA-CD697D4C0046}" dt="2022-03-29T18:10:09.236" v="1189" actId="14100"/>
          <ac:spMkLst>
            <pc:docMk/>
            <pc:sldMk cId="923429077" sldId="600"/>
            <ac:spMk id="85" creationId="{D8CF77E6-2029-424E-85D5-C20FA0316822}"/>
          </ac:spMkLst>
        </pc:spChg>
        <pc:spChg chg="add del mod">
          <ac:chgData name="Arslan Ay, Sakire" userId="732d719b-63b4-4597-8524-2c64f9ea8d4f" providerId="ADAL" clId="{AD94AFB9-4343-4173-95BA-CD697D4C0046}" dt="2022-03-29T18:09:08.121" v="1180" actId="478"/>
          <ac:spMkLst>
            <pc:docMk/>
            <pc:sldMk cId="923429077" sldId="600"/>
            <ac:spMk id="86" creationId="{48A0085D-DB2D-4DAB-8D34-9439B5EF4C33}"/>
          </ac:spMkLst>
        </pc:spChg>
        <pc:spChg chg="add mod">
          <ac:chgData name="Arslan Ay, Sakire" userId="732d719b-63b4-4597-8524-2c64f9ea8d4f" providerId="ADAL" clId="{AD94AFB9-4343-4173-95BA-CD697D4C0046}" dt="2022-03-29T18:10:05.284" v="1188" actId="1076"/>
          <ac:spMkLst>
            <pc:docMk/>
            <pc:sldMk cId="923429077" sldId="600"/>
            <ac:spMk id="87" creationId="{3BA6610D-A7E1-4434-BB55-B2BB0BDB17ED}"/>
          </ac:spMkLst>
        </pc:spChg>
        <pc:spChg chg="add mod">
          <ac:chgData name="Arslan Ay, Sakire" userId="732d719b-63b4-4597-8524-2c64f9ea8d4f" providerId="ADAL" clId="{AD94AFB9-4343-4173-95BA-CD697D4C0046}" dt="2022-03-29T18:19:28.831" v="1310" actId="1076"/>
          <ac:spMkLst>
            <pc:docMk/>
            <pc:sldMk cId="923429077" sldId="600"/>
            <ac:spMk id="105" creationId="{06CB928B-74EA-4BE4-9EE9-13F3AB9ACE09}"/>
          </ac:spMkLst>
        </pc:spChg>
        <pc:spChg chg="add mod">
          <ac:chgData name="Arslan Ay, Sakire" userId="732d719b-63b4-4597-8524-2c64f9ea8d4f" providerId="ADAL" clId="{AD94AFB9-4343-4173-95BA-CD697D4C0046}" dt="2022-03-29T18:19:37.327" v="1314" actId="14100"/>
          <ac:spMkLst>
            <pc:docMk/>
            <pc:sldMk cId="923429077" sldId="600"/>
            <ac:spMk id="106" creationId="{3FB6694A-3C61-4F9B-BC37-DC41F238EBC9}"/>
          </ac:spMkLst>
        </pc:spChg>
        <pc:cxnChg chg="mod">
          <ac:chgData name="Arslan Ay, Sakire" userId="732d719b-63b4-4597-8524-2c64f9ea8d4f" providerId="ADAL" clId="{AD94AFB9-4343-4173-95BA-CD697D4C0046}" dt="2022-03-29T18:15:14.318" v="1306" actId="1076"/>
          <ac:cxnSpMkLst>
            <pc:docMk/>
            <pc:sldMk cId="923429077" sldId="600"/>
            <ac:cxnSpMk id="9" creationId="{6DC0E1FC-299B-4D08-B834-665219464E15}"/>
          </ac:cxnSpMkLst>
        </pc:cxnChg>
        <pc:cxnChg chg="del">
          <ac:chgData name="Arslan Ay, Sakire" userId="732d719b-63b4-4597-8524-2c64f9ea8d4f" providerId="ADAL" clId="{AD94AFB9-4343-4173-95BA-CD697D4C0046}" dt="2022-03-29T17:43:33.049" v="812" actId="478"/>
          <ac:cxnSpMkLst>
            <pc:docMk/>
            <pc:sldMk cId="923429077" sldId="600"/>
            <ac:cxnSpMk id="13" creationId="{6D9D4F2C-FB8C-4C16-9444-99A650FCD3E2}"/>
          </ac:cxnSpMkLst>
        </pc:cxnChg>
        <pc:cxnChg chg="del">
          <ac:chgData name="Arslan Ay, Sakire" userId="732d719b-63b4-4597-8524-2c64f9ea8d4f" providerId="ADAL" clId="{AD94AFB9-4343-4173-95BA-CD697D4C0046}" dt="2022-03-29T17:43:33.049" v="812" actId="478"/>
          <ac:cxnSpMkLst>
            <pc:docMk/>
            <pc:sldMk cId="923429077" sldId="600"/>
            <ac:cxnSpMk id="16" creationId="{CE4DC6CD-73B6-43B6-9150-CADDE4E48B46}"/>
          </ac:cxnSpMkLst>
        </pc:cxnChg>
        <pc:cxnChg chg="add del mod">
          <ac:chgData name="Arslan Ay, Sakire" userId="732d719b-63b4-4597-8524-2c64f9ea8d4f" providerId="ADAL" clId="{AD94AFB9-4343-4173-95BA-CD697D4C0046}" dt="2022-03-29T17:55:54.424" v="981" actId="478"/>
          <ac:cxnSpMkLst>
            <pc:docMk/>
            <pc:sldMk cId="923429077" sldId="600"/>
            <ac:cxnSpMk id="18" creationId="{9716962A-2CEA-4341-81D4-524D09702473}"/>
          </ac:cxnSpMkLst>
        </pc:cxnChg>
        <pc:cxnChg chg="del mod">
          <ac:chgData name="Arslan Ay, Sakire" userId="732d719b-63b4-4597-8524-2c64f9ea8d4f" providerId="ADAL" clId="{AD94AFB9-4343-4173-95BA-CD697D4C0046}" dt="2022-03-29T17:43:33.049" v="812" actId="478"/>
          <ac:cxnSpMkLst>
            <pc:docMk/>
            <pc:sldMk cId="923429077" sldId="600"/>
            <ac:cxnSpMk id="22" creationId="{7FCCAAEB-2EEC-4221-AFE2-BC57A52759B7}"/>
          </ac:cxnSpMkLst>
        </pc:cxnChg>
        <pc:cxnChg chg="add del mod">
          <ac:chgData name="Arslan Ay, Sakire" userId="732d719b-63b4-4597-8524-2c64f9ea8d4f" providerId="ADAL" clId="{AD94AFB9-4343-4173-95BA-CD697D4C0046}" dt="2022-03-29T17:55:52.643" v="980" actId="478"/>
          <ac:cxnSpMkLst>
            <pc:docMk/>
            <pc:sldMk cId="923429077" sldId="600"/>
            <ac:cxnSpMk id="39" creationId="{71F7736B-8897-437A-9D25-169FA1A8DFC4}"/>
          </ac:cxnSpMkLst>
        </pc:cxnChg>
        <pc:cxnChg chg="add mod">
          <ac:chgData name="Arslan Ay, Sakire" userId="732d719b-63b4-4597-8524-2c64f9ea8d4f" providerId="ADAL" clId="{AD94AFB9-4343-4173-95BA-CD697D4C0046}" dt="2022-03-29T17:56:51.946" v="987" actId="14100"/>
          <ac:cxnSpMkLst>
            <pc:docMk/>
            <pc:sldMk cId="923429077" sldId="600"/>
            <ac:cxnSpMk id="44" creationId="{618E64B7-4058-407C-AD06-F6E661BA3D1A}"/>
          </ac:cxnSpMkLst>
        </pc:cxnChg>
        <pc:cxnChg chg="add mod">
          <ac:chgData name="Arslan Ay, Sakire" userId="732d719b-63b4-4597-8524-2c64f9ea8d4f" providerId="ADAL" clId="{AD94AFB9-4343-4173-95BA-CD697D4C0046}" dt="2022-03-29T17:57:39.250" v="1007" actId="14100"/>
          <ac:cxnSpMkLst>
            <pc:docMk/>
            <pc:sldMk cId="923429077" sldId="600"/>
            <ac:cxnSpMk id="47" creationId="{2EF6A5F2-AE64-4296-BFAD-D58DA308A162}"/>
          </ac:cxnSpMkLst>
        </pc:cxnChg>
        <pc:cxnChg chg="add del mod">
          <ac:chgData name="Arslan Ay, Sakire" userId="732d719b-63b4-4597-8524-2c64f9ea8d4f" providerId="ADAL" clId="{AD94AFB9-4343-4173-95BA-CD697D4C0046}" dt="2022-03-29T17:58:24.616" v="1033" actId="478"/>
          <ac:cxnSpMkLst>
            <pc:docMk/>
            <pc:sldMk cId="923429077" sldId="600"/>
            <ac:cxnSpMk id="58" creationId="{97FB0952-CC9A-4FFE-BEC5-2A9A324F222D}"/>
          </ac:cxnSpMkLst>
        </pc:cxnChg>
        <pc:cxnChg chg="add mod">
          <ac:chgData name="Arslan Ay, Sakire" userId="732d719b-63b4-4597-8524-2c64f9ea8d4f" providerId="ADAL" clId="{AD94AFB9-4343-4173-95BA-CD697D4C0046}" dt="2022-03-29T17:59:55.298" v="1050" actId="14100"/>
          <ac:cxnSpMkLst>
            <pc:docMk/>
            <pc:sldMk cId="923429077" sldId="600"/>
            <ac:cxnSpMk id="68" creationId="{F30B3EBA-95C9-41E7-A36F-367910ADCCA9}"/>
          </ac:cxnSpMkLst>
        </pc:cxnChg>
        <pc:cxnChg chg="add mod">
          <ac:chgData name="Arslan Ay, Sakire" userId="732d719b-63b4-4597-8524-2c64f9ea8d4f" providerId="ADAL" clId="{AD94AFB9-4343-4173-95BA-CD697D4C0046}" dt="2022-03-29T18:07:03.975" v="1139" actId="1076"/>
          <ac:cxnSpMkLst>
            <pc:docMk/>
            <pc:sldMk cId="923429077" sldId="600"/>
            <ac:cxnSpMk id="80" creationId="{E93B3D81-06AE-424C-BC0A-927579097EC1}"/>
          </ac:cxnSpMkLst>
        </pc:cxnChg>
        <pc:cxnChg chg="add mod">
          <ac:chgData name="Arslan Ay, Sakire" userId="732d719b-63b4-4597-8524-2c64f9ea8d4f" providerId="ADAL" clId="{AD94AFB9-4343-4173-95BA-CD697D4C0046}" dt="2022-03-29T18:15:11.091" v="1305" actId="1076"/>
          <ac:cxnSpMkLst>
            <pc:docMk/>
            <pc:sldMk cId="923429077" sldId="600"/>
            <ac:cxnSpMk id="83" creationId="{B79A6444-242A-4DE0-920D-6143B09B8FBE}"/>
          </ac:cxnSpMkLst>
        </pc:cxnChg>
        <pc:cxnChg chg="add mod">
          <ac:chgData name="Arslan Ay, Sakire" userId="732d719b-63b4-4597-8524-2c64f9ea8d4f" providerId="ADAL" clId="{AD94AFB9-4343-4173-95BA-CD697D4C0046}" dt="2022-03-29T18:15:06.772" v="1304" actId="1076"/>
          <ac:cxnSpMkLst>
            <pc:docMk/>
            <pc:sldMk cId="923429077" sldId="600"/>
            <ac:cxnSpMk id="84" creationId="{F5C6F58E-181B-4B39-9DB4-2BDBBD0CE6FB}"/>
          </ac:cxnSpMkLst>
        </pc:cxnChg>
        <pc:cxnChg chg="add del mod">
          <ac:chgData name="Arslan Ay, Sakire" userId="732d719b-63b4-4597-8524-2c64f9ea8d4f" providerId="ADAL" clId="{AD94AFB9-4343-4173-95BA-CD697D4C0046}" dt="2022-03-29T18:10:59.902" v="1209" actId="478"/>
          <ac:cxnSpMkLst>
            <pc:docMk/>
            <pc:sldMk cId="923429077" sldId="600"/>
            <ac:cxnSpMk id="88" creationId="{E19B4E7A-9598-47BD-8AB9-CD8A6293545D}"/>
          </ac:cxnSpMkLst>
        </pc:cxnChg>
        <pc:cxnChg chg="add mod">
          <ac:chgData name="Arslan Ay, Sakire" userId="732d719b-63b4-4597-8524-2c64f9ea8d4f" providerId="ADAL" clId="{AD94AFB9-4343-4173-95BA-CD697D4C0046}" dt="2022-03-29T18:11:10.303" v="1211" actId="14100"/>
          <ac:cxnSpMkLst>
            <pc:docMk/>
            <pc:sldMk cId="923429077" sldId="600"/>
            <ac:cxnSpMk id="89" creationId="{A7D601FB-F222-4A72-8ED2-4A8C6A42E70A}"/>
          </ac:cxnSpMkLst>
        </pc:cxnChg>
        <pc:cxnChg chg="add del mod">
          <ac:chgData name="Arslan Ay, Sakire" userId="732d719b-63b4-4597-8524-2c64f9ea8d4f" providerId="ADAL" clId="{AD94AFB9-4343-4173-95BA-CD697D4C0046}" dt="2022-03-29T18:10:38.927" v="1204" actId="478"/>
          <ac:cxnSpMkLst>
            <pc:docMk/>
            <pc:sldMk cId="923429077" sldId="600"/>
            <ac:cxnSpMk id="90" creationId="{FD2A3695-C315-4AD8-BACC-678A2FD425B8}"/>
          </ac:cxnSpMkLst>
        </pc:cxnChg>
        <pc:cxnChg chg="add del mod">
          <ac:chgData name="Arslan Ay, Sakire" userId="732d719b-63b4-4597-8524-2c64f9ea8d4f" providerId="ADAL" clId="{AD94AFB9-4343-4173-95BA-CD697D4C0046}" dt="2022-03-29T18:10:56.182" v="1208" actId="478"/>
          <ac:cxnSpMkLst>
            <pc:docMk/>
            <pc:sldMk cId="923429077" sldId="600"/>
            <ac:cxnSpMk id="99" creationId="{A8B994A2-551A-43BF-8955-C48470404F83}"/>
          </ac:cxnSpMkLst>
        </pc:cxnChg>
        <pc:cxnChg chg="add mod">
          <ac:chgData name="Arslan Ay, Sakire" userId="732d719b-63b4-4597-8524-2c64f9ea8d4f" providerId="ADAL" clId="{AD94AFB9-4343-4173-95BA-CD697D4C0046}" dt="2022-03-29T18:11:35.738" v="1230" actId="1035"/>
          <ac:cxnSpMkLst>
            <pc:docMk/>
            <pc:sldMk cId="923429077" sldId="600"/>
            <ac:cxnSpMk id="103" creationId="{C0DBAC80-B6BA-4214-8086-4241AF6B7B50}"/>
          </ac:cxnSpMkLst>
        </pc:cxnChg>
        <pc:cxnChg chg="add mod">
          <ac:chgData name="Arslan Ay, Sakire" userId="732d719b-63b4-4597-8524-2c64f9ea8d4f" providerId="ADAL" clId="{AD94AFB9-4343-4173-95BA-CD697D4C0046}" dt="2022-03-29T18:12:24.691" v="1276" actId="14100"/>
          <ac:cxnSpMkLst>
            <pc:docMk/>
            <pc:sldMk cId="923429077" sldId="600"/>
            <ac:cxnSpMk id="104" creationId="{A20BEFF2-6BE6-40C5-A663-056A57662E86}"/>
          </ac:cxnSpMkLst>
        </pc:cxnChg>
        <pc:cxnChg chg="add mod">
          <ac:chgData name="Arslan Ay, Sakire" userId="732d719b-63b4-4597-8524-2c64f9ea8d4f" providerId="ADAL" clId="{AD94AFB9-4343-4173-95BA-CD697D4C0046}" dt="2022-03-29T18:19:47.608" v="1318" actId="1038"/>
          <ac:cxnSpMkLst>
            <pc:docMk/>
            <pc:sldMk cId="923429077" sldId="600"/>
            <ac:cxnSpMk id="107" creationId="{C371C31F-9F98-4979-AC6C-2DEC8C199BD4}"/>
          </ac:cxnSpMkLst>
        </pc:cxnChg>
        <pc:cxnChg chg="add mod">
          <ac:chgData name="Arslan Ay, Sakire" userId="732d719b-63b4-4597-8524-2c64f9ea8d4f" providerId="ADAL" clId="{AD94AFB9-4343-4173-95BA-CD697D4C0046}" dt="2022-03-29T18:19:28.831" v="1310" actId="1076"/>
          <ac:cxnSpMkLst>
            <pc:docMk/>
            <pc:sldMk cId="923429077" sldId="600"/>
            <ac:cxnSpMk id="108" creationId="{1EBD9353-3BA0-4E82-A9B7-B93CCC3FFA54}"/>
          </ac:cxnSpMkLst>
        </pc:cxnChg>
        <pc:cxnChg chg="add mod">
          <ac:chgData name="Arslan Ay, Sakire" userId="732d719b-63b4-4597-8524-2c64f9ea8d4f" providerId="ADAL" clId="{AD94AFB9-4343-4173-95BA-CD697D4C0046}" dt="2022-03-29T18:19:28.831" v="1310" actId="1076"/>
          <ac:cxnSpMkLst>
            <pc:docMk/>
            <pc:sldMk cId="923429077" sldId="600"/>
            <ac:cxnSpMk id="109" creationId="{20BEC045-529D-4E49-BB79-7F480A45713F}"/>
          </ac:cxnSpMkLst>
        </pc:cxnChg>
      </pc:sldChg>
      <pc:sldChg chg="modSp add mod ord">
        <pc:chgData name="Arslan Ay, Sakire" userId="732d719b-63b4-4597-8524-2c64f9ea8d4f" providerId="ADAL" clId="{AD94AFB9-4343-4173-95BA-CD697D4C0046}" dt="2022-03-29T17:40:04.650" v="712" actId="27636"/>
        <pc:sldMkLst>
          <pc:docMk/>
          <pc:sldMk cId="3169291423" sldId="601"/>
        </pc:sldMkLst>
        <pc:spChg chg="mod">
          <ac:chgData name="Arslan Ay, Sakire" userId="732d719b-63b4-4597-8524-2c64f9ea8d4f" providerId="ADAL" clId="{AD94AFB9-4343-4173-95BA-CD697D4C0046}" dt="2022-03-29T17:40:04.650" v="712" actId="27636"/>
          <ac:spMkLst>
            <pc:docMk/>
            <pc:sldMk cId="3169291423" sldId="601"/>
            <ac:spMk id="2" creationId="{27ECB0FA-F243-4D7F-B0F1-75A7CD3F277B}"/>
          </ac:spMkLst>
        </pc:spChg>
        <pc:spChg chg="mod">
          <ac:chgData name="Arslan Ay, Sakire" userId="732d719b-63b4-4597-8524-2c64f9ea8d4f" providerId="ADAL" clId="{AD94AFB9-4343-4173-95BA-CD697D4C0046}" dt="2022-03-29T17:39:34.818" v="706" actId="1076"/>
          <ac:spMkLst>
            <pc:docMk/>
            <pc:sldMk cId="3169291423" sldId="601"/>
            <ac:spMk id="3" creationId="{98EFAF0E-CEBA-451E-9410-876B5F2F8F58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6" creationId="{5180861D-8B5C-40CD-B6ED-FB3E0FB62B47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7" creationId="{35E98CBB-FAEC-4A73-A107-F7B750A6B60A}"/>
          </ac:spMkLst>
        </pc:spChg>
        <pc:spChg chg="mod">
          <ac:chgData name="Arslan Ay, Sakire" userId="732d719b-63b4-4597-8524-2c64f9ea8d4f" providerId="ADAL" clId="{AD94AFB9-4343-4173-95BA-CD697D4C0046}" dt="2022-03-29T17:39:37.638" v="707" actId="1076"/>
          <ac:spMkLst>
            <pc:docMk/>
            <pc:sldMk cId="3169291423" sldId="601"/>
            <ac:spMk id="8" creationId="{3BD1A09C-907C-4DF4-A6F7-91145FDF61C1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10" creationId="{29BDB83F-4FAA-4411-9D4C-14851C43F4DD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11" creationId="{74E000CA-E772-4E31-A277-E7EF72CF9FC7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14" creationId="{A949D87C-A6F5-4806-A955-3B275C827BD3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15" creationId="{19371616-A180-4F58-B6B7-E5BB64CF25B9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20" creationId="{E2CD1E0D-750B-4BC7-B251-A3993FEB54BE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21" creationId="{56C29C17-AB7F-4490-B89F-F465E51C2B4A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23" creationId="{BFC1FFC2-E5CB-4C78-AB25-08C414A5EF66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28" creationId="{DCE4EDD4-7905-4544-B708-BF8CB645E998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29" creationId="{34BD9977-C2CB-444D-9F3D-F4B414AE1E34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30" creationId="{97197137-B25C-4CFB-940C-414F28EC85B8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31" creationId="{11036D57-48F9-45B5-9F99-4DF894A03D21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35" creationId="{70100329-CEA4-41CE-86C8-712F0A512286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36" creationId="{63F7DA39-8658-42C1-91E4-69CE777E6EA2}"/>
          </ac:spMkLst>
        </pc:spChg>
        <pc:spChg chg="mod">
          <ac:chgData name="Arslan Ay, Sakire" userId="732d719b-63b4-4597-8524-2c64f9ea8d4f" providerId="ADAL" clId="{AD94AFB9-4343-4173-95BA-CD697D4C0046}" dt="2022-03-29T17:39:30.330" v="705" actId="1035"/>
          <ac:spMkLst>
            <pc:docMk/>
            <pc:sldMk cId="3169291423" sldId="601"/>
            <ac:spMk id="37" creationId="{EC8B2C36-2973-4737-B17B-73D1D8E863D8}"/>
          </ac:spMkLst>
        </pc:spChg>
        <pc:cxnChg chg="mod">
          <ac:chgData name="Arslan Ay, Sakire" userId="732d719b-63b4-4597-8524-2c64f9ea8d4f" providerId="ADAL" clId="{AD94AFB9-4343-4173-95BA-CD697D4C0046}" dt="2022-03-29T17:39:30.330" v="705" actId="1035"/>
          <ac:cxnSpMkLst>
            <pc:docMk/>
            <pc:sldMk cId="3169291423" sldId="601"/>
            <ac:cxnSpMk id="9" creationId="{6DC0E1FC-299B-4D08-B834-665219464E15}"/>
          </ac:cxnSpMkLst>
        </pc:cxnChg>
        <pc:cxnChg chg="mod">
          <ac:chgData name="Arslan Ay, Sakire" userId="732d719b-63b4-4597-8524-2c64f9ea8d4f" providerId="ADAL" clId="{AD94AFB9-4343-4173-95BA-CD697D4C0046}" dt="2022-03-29T17:39:30.330" v="705" actId="1035"/>
          <ac:cxnSpMkLst>
            <pc:docMk/>
            <pc:sldMk cId="3169291423" sldId="601"/>
            <ac:cxnSpMk id="13" creationId="{6D9D4F2C-FB8C-4C16-9444-99A650FCD3E2}"/>
          </ac:cxnSpMkLst>
        </pc:cxnChg>
        <pc:cxnChg chg="mod">
          <ac:chgData name="Arslan Ay, Sakire" userId="732d719b-63b4-4597-8524-2c64f9ea8d4f" providerId="ADAL" clId="{AD94AFB9-4343-4173-95BA-CD697D4C0046}" dt="2022-03-29T17:39:30.330" v="705" actId="1035"/>
          <ac:cxnSpMkLst>
            <pc:docMk/>
            <pc:sldMk cId="3169291423" sldId="601"/>
            <ac:cxnSpMk id="16" creationId="{CE4DC6CD-73B6-43B6-9150-CADDE4E48B46}"/>
          </ac:cxnSpMkLst>
        </pc:cxnChg>
        <pc:cxnChg chg="mod">
          <ac:chgData name="Arslan Ay, Sakire" userId="732d719b-63b4-4597-8524-2c64f9ea8d4f" providerId="ADAL" clId="{AD94AFB9-4343-4173-95BA-CD697D4C0046}" dt="2022-03-29T17:39:30.330" v="705" actId="1035"/>
          <ac:cxnSpMkLst>
            <pc:docMk/>
            <pc:sldMk cId="3169291423" sldId="601"/>
            <ac:cxnSpMk id="22" creationId="{7FCCAAEB-2EEC-4221-AFE2-BC57A52759B7}"/>
          </ac:cxnSpMkLst>
        </pc:cxnChg>
      </pc:sldChg>
      <pc:sldChg chg="addSp delSp modSp add mod">
        <pc:chgData name="Arslan Ay, Sakire" userId="732d719b-63b4-4597-8524-2c64f9ea8d4f" providerId="ADAL" clId="{AD94AFB9-4343-4173-95BA-CD697D4C0046}" dt="2022-03-29T19:20:45.242" v="1640" actId="208"/>
        <pc:sldMkLst>
          <pc:docMk/>
          <pc:sldMk cId="4202080808" sldId="602"/>
        </pc:sldMkLst>
        <pc:spChg chg="mod">
          <ac:chgData name="Arslan Ay, Sakire" userId="732d719b-63b4-4597-8524-2c64f9ea8d4f" providerId="ADAL" clId="{AD94AFB9-4343-4173-95BA-CD697D4C0046}" dt="2022-03-29T19:17:40.622" v="1633" actId="20577"/>
          <ac:spMkLst>
            <pc:docMk/>
            <pc:sldMk cId="4202080808" sldId="602"/>
            <ac:spMk id="3" creationId="{98EFAF0E-CEBA-451E-9410-876B5F2F8F58}"/>
          </ac:spMkLst>
        </pc:spChg>
        <pc:spChg chg="mod">
          <ac:chgData name="Arslan Ay, Sakire" userId="732d719b-63b4-4597-8524-2c64f9ea8d4f" providerId="ADAL" clId="{AD94AFB9-4343-4173-95BA-CD697D4C0046}" dt="2022-03-29T18:34:48.361" v="1344" actId="20577"/>
          <ac:spMkLst>
            <pc:docMk/>
            <pc:sldMk cId="4202080808" sldId="602"/>
            <ac:spMk id="6" creationId="{5180861D-8B5C-40CD-B6ED-FB3E0FB62B47}"/>
          </ac:spMkLst>
        </pc:spChg>
        <pc:spChg chg="del">
          <ac:chgData name="Arslan Ay, Sakire" userId="732d719b-63b4-4597-8524-2c64f9ea8d4f" providerId="ADAL" clId="{AD94AFB9-4343-4173-95BA-CD697D4C0046}" dt="2022-03-29T18:35:07.297" v="1345" actId="478"/>
          <ac:spMkLst>
            <pc:docMk/>
            <pc:sldMk cId="4202080808" sldId="602"/>
            <ac:spMk id="27" creationId="{B49A90B8-5777-435E-AB67-588C7A39F571}"/>
          </ac:spMkLst>
        </pc:spChg>
        <pc:spChg chg="add mod">
          <ac:chgData name="Arslan Ay, Sakire" userId="732d719b-63b4-4597-8524-2c64f9ea8d4f" providerId="ADAL" clId="{AD94AFB9-4343-4173-95BA-CD697D4C0046}" dt="2022-03-29T18:42:29.365" v="1478" actId="1035"/>
          <ac:spMkLst>
            <pc:docMk/>
            <pc:sldMk cId="4202080808" sldId="602"/>
            <ac:spMk id="29" creationId="{0B13D58A-BFD6-4CAA-AE94-FCC2D51CE6DF}"/>
          </ac:spMkLst>
        </pc:spChg>
        <pc:spChg chg="add mod">
          <ac:chgData name="Arslan Ay, Sakire" userId="732d719b-63b4-4597-8524-2c64f9ea8d4f" providerId="ADAL" clId="{AD94AFB9-4343-4173-95BA-CD697D4C0046}" dt="2022-03-29T18:42:29.365" v="1478" actId="1035"/>
          <ac:spMkLst>
            <pc:docMk/>
            <pc:sldMk cId="4202080808" sldId="602"/>
            <ac:spMk id="30" creationId="{05441C9D-D54C-4EC4-90C6-D19629C8ECDF}"/>
          </ac:spMkLst>
        </pc:spChg>
        <pc:spChg chg="del">
          <ac:chgData name="Arslan Ay, Sakire" userId="732d719b-63b4-4597-8524-2c64f9ea8d4f" providerId="ADAL" clId="{AD94AFB9-4343-4173-95BA-CD697D4C0046}" dt="2022-03-29T18:35:07.297" v="1345" actId="478"/>
          <ac:spMkLst>
            <pc:docMk/>
            <pc:sldMk cId="4202080808" sldId="602"/>
            <ac:spMk id="32" creationId="{2BCC767F-3F9C-4BDB-B48E-550D5DA7DF9A}"/>
          </ac:spMkLst>
        </pc:spChg>
        <pc:spChg chg="del">
          <ac:chgData name="Arslan Ay, Sakire" userId="732d719b-63b4-4597-8524-2c64f9ea8d4f" providerId="ADAL" clId="{AD94AFB9-4343-4173-95BA-CD697D4C0046}" dt="2022-03-29T18:35:09.966" v="1346" actId="478"/>
          <ac:spMkLst>
            <pc:docMk/>
            <pc:sldMk cId="4202080808" sldId="602"/>
            <ac:spMk id="38" creationId="{26DFECE7-D6DA-47AB-855B-EDDC0CF00B3D}"/>
          </ac:spMkLst>
        </pc:spChg>
        <pc:spChg chg="add mod">
          <ac:chgData name="Arslan Ay, Sakire" userId="732d719b-63b4-4597-8524-2c64f9ea8d4f" providerId="ADAL" clId="{AD94AFB9-4343-4173-95BA-CD697D4C0046}" dt="2022-03-29T18:45:04.214" v="1506" actId="6549"/>
          <ac:spMkLst>
            <pc:docMk/>
            <pc:sldMk cId="4202080808" sldId="602"/>
            <ac:spMk id="41" creationId="{2A5653F5-54A8-485D-A78D-D9F78B9C6989}"/>
          </ac:spMkLst>
        </pc:spChg>
        <pc:spChg chg="add mod">
          <ac:chgData name="Arslan Ay, Sakire" userId="732d719b-63b4-4597-8524-2c64f9ea8d4f" providerId="ADAL" clId="{AD94AFB9-4343-4173-95BA-CD697D4C0046}" dt="2022-03-29T18:42:56.298" v="1487" actId="14100"/>
          <ac:spMkLst>
            <pc:docMk/>
            <pc:sldMk cId="4202080808" sldId="602"/>
            <ac:spMk id="42" creationId="{AC12BC58-5C0E-4D02-A26B-DA2A34DFE7AB}"/>
          </ac:spMkLst>
        </pc:spChg>
        <pc:spChg chg="mod">
          <ac:chgData name="Arslan Ay, Sakire" userId="732d719b-63b4-4597-8524-2c64f9ea8d4f" providerId="ADAL" clId="{AD94AFB9-4343-4173-95BA-CD697D4C0046}" dt="2022-03-29T18:39:45.729" v="1437" actId="20577"/>
          <ac:spMkLst>
            <pc:docMk/>
            <pc:sldMk cId="4202080808" sldId="602"/>
            <ac:spMk id="81" creationId="{DD472EE2-0B64-4656-B3C4-1442C1F79837}"/>
          </ac:spMkLst>
        </pc:spChg>
        <pc:spChg chg="mod">
          <ac:chgData name="Arslan Ay, Sakire" userId="732d719b-63b4-4597-8524-2c64f9ea8d4f" providerId="ADAL" clId="{AD94AFB9-4343-4173-95BA-CD697D4C0046}" dt="2022-03-29T19:16:17.544" v="1614" actId="20577"/>
          <ac:spMkLst>
            <pc:docMk/>
            <pc:sldMk cId="4202080808" sldId="602"/>
            <ac:spMk id="82" creationId="{F78C0FD4-FCD2-4E7F-919A-660B85D83859}"/>
          </ac:spMkLst>
        </pc:spChg>
        <pc:spChg chg="del">
          <ac:chgData name="Arslan Ay, Sakire" userId="732d719b-63b4-4597-8524-2c64f9ea8d4f" providerId="ADAL" clId="{AD94AFB9-4343-4173-95BA-CD697D4C0046}" dt="2022-03-29T18:42:18.767" v="1473" actId="478"/>
          <ac:spMkLst>
            <pc:docMk/>
            <pc:sldMk cId="4202080808" sldId="602"/>
            <ac:spMk id="85" creationId="{D8CF77E6-2029-424E-85D5-C20FA0316822}"/>
          </ac:spMkLst>
        </pc:spChg>
        <pc:spChg chg="del">
          <ac:chgData name="Arslan Ay, Sakire" userId="732d719b-63b4-4597-8524-2c64f9ea8d4f" providerId="ADAL" clId="{AD94AFB9-4343-4173-95BA-CD697D4C0046}" dt="2022-03-29T18:42:18.767" v="1473" actId="478"/>
          <ac:spMkLst>
            <pc:docMk/>
            <pc:sldMk cId="4202080808" sldId="602"/>
            <ac:spMk id="87" creationId="{3BA6610D-A7E1-4434-BB55-B2BB0BDB17ED}"/>
          </ac:spMkLst>
        </pc:spChg>
        <pc:spChg chg="mod">
          <ac:chgData name="Arslan Ay, Sakire" userId="732d719b-63b4-4597-8524-2c64f9ea8d4f" providerId="ADAL" clId="{AD94AFB9-4343-4173-95BA-CD697D4C0046}" dt="2022-03-29T19:09:31.823" v="1524" actId="1035"/>
          <ac:spMkLst>
            <pc:docMk/>
            <pc:sldMk cId="4202080808" sldId="602"/>
            <ac:spMk id="105" creationId="{06CB928B-74EA-4BE4-9EE9-13F3AB9ACE09}"/>
          </ac:spMkLst>
        </pc:spChg>
        <pc:spChg chg="mod">
          <ac:chgData name="Arslan Ay, Sakire" userId="732d719b-63b4-4597-8524-2c64f9ea8d4f" providerId="ADAL" clId="{AD94AFB9-4343-4173-95BA-CD697D4C0046}" dt="2022-03-29T19:15:56.148" v="1612" actId="14100"/>
          <ac:spMkLst>
            <pc:docMk/>
            <pc:sldMk cId="4202080808" sldId="602"/>
            <ac:spMk id="106" creationId="{3FB6694A-3C61-4F9B-BC37-DC41F238EBC9}"/>
          </ac:spMkLst>
        </pc:spChg>
        <pc:cxnChg chg="add mod">
          <ac:chgData name="Arslan Ay, Sakire" userId="732d719b-63b4-4597-8524-2c64f9ea8d4f" providerId="ADAL" clId="{AD94AFB9-4343-4173-95BA-CD697D4C0046}" dt="2022-03-29T19:20:14.238" v="1638" actId="208"/>
          <ac:cxnSpMkLst>
            <pc:docMk/>
            <pc:sldMk cId="4202080808" sldId="602"/>
            <ac:cxnSpMk id="31" creationId="{F66C0226-990C-4C5A-8EB8-5470ACB71EA8}"/>
          </ac:cxnSpMkLst>
        </pc:cxnChg>
        <pc:cxnChg chg="add mod">
          <ac:chgData name="Arslan Ay, Sakire" userId="732d719b-63b4-4597-8524-2c64f9ea8d4f" providerId="ADAL" clId="{AD94AFB9-4343-4173-95BA-CD697D4C0046}" dt="2022-03-29T18:42:29.365" v="1478" actId="1035"/>
          <ac:cxnSpMkLst>
            <pc:docMk/>
            <pc:sldMk cId="4202080808" sldId="602"/>
            <ac:cxnSpMk id="33" creationId="{DDB3E940-6D51-48F9-A6E8-DB85A15DC727}"/>
          </ac:cxnSpMkLst>
        </pc:cxnChg>
        <pc:cxnChg chg="add mod">
          <ac:chgData name="Arslan Ay, Sakire" userId="732d719b-63b4-4597-8524-2c64f9ea8d4f" providerId="ADAL" clId="{AD94AFB9-4343-4173-95BA-CD697D4C0046}" dt="2022-03-29T19:20:14.238" v="1638" actId="208"/>
          <ac:cxnSpMkLst>
            <pc:docMk/>
            <pc:sldMk cId="4202080808" sldId="602"/>
            <ac:cxnSpMk id="34" creationId="{A8B04E5D-028D-498E-A857-C93AD8EFF50F}"/>
          </ac:cxnSpMkLst>
        </pc:cxnChg>
        <pc:cxnChg chg="add mod">
          <ac:chgData name="Arslan Ay, Sakire" userId="732d719b-63b4-4597-8524-2c64f9ea8d4f" providerId="ADAL" clId="{AD94AFB9-4343-4173-95BA-CD697D4C0046}" dt="2022-03-29T19:20:14.238" v="1638" actId="208"/>
          <ac:cxnSpMkLst>
            <pc:docMk/>
            <pc:sldMk cId="4202080808" sldId="602"/>
            <ac:cxnSpMk id="39" creationId="{58FAF512-6D3E-406A-960B-FCD055AD6774}"/>
          </ac:cxnSpMkLst>
        </pc:cxnChg>
        <pc:cxnChg chg="add mod">
          <ac:chgData name="Arslan Ay, Sakire" userId="732d719b-63b4-4597-8524-2c64f9ea8d4f" providerId="ADAL" clId="{AD94AFB9-4343-4173-95BA-CD697D4C0046}" dt="2022-03-29T19:20:30.587" v="1639" actId="208"/>
          <ac:cxnSpMkLst>
            <pc:docMk/>
            <pc:sldMk cId="4202080808" sldId="602"/>
            <ac:cxnSpMk id="43" creationId="{D35FF32A-6462-4A61-B46D-D4486F5C9411}"/>
          </ac:cxnSpMkLst>
        </pc:cxnChg>
        <pc:cxnChg chg="del mod">
          <ac:chgData name="Arslan Ay, Sakire" userId="732d719b-63b4-4597-8524-2c64f9ea8d4f" providerId="ADAL" clId="{AD94AFB9-4343-4173-95BA-CD697D4C0046}" dt="2022-03-29T18:35:07.297" v="1345" actId="478"/>
          <ac:cxnSpMkLst>
            <pc:docMk/>
            <pc:sldMk cId="4202080808" sldId="602"/>
            <ac:cxnSpMk id="44" creationId="{618E64B7-4058-407C-AD06-F6E661BA3D1A}"/>
          </ac:cxnSpMkLst>
        </pc:cxnChg>
        <pc:cxnChg chg="add mod">
          <ac:chgData name="Arslan Ay, Sakire" userId="732d719b-63b4-4597-8524-2c64f9ea8d4f" providerId="ADAL" clId="{AD94AFB9-4343-4173-95BA-CD697D4C0046}" dt="2022-03-29T19:20:30.587" v="1639" actId="208"/>
          <ac:cxnSpMkLst>
            <pc:docMk/>
            <pc:sldMk cId="4202080808" sldId="602"/>
            <ac:cxnSpMk id="45" creationId="{ABABD751-DC3E-4707-BE9F-387C0BC9305C}"/>
          </ac:cxnSpMkLst>
        </pc:cxnChg>
        <pc:cxnChg chg="add mod">
          <ac:chgData name="Arslan Ay, Sakire" userId="732d719b-63b4-4597-8524-2c64f9ea8d4f" providerId="ADAL" clId="{AD94AFB9-4343-4173-95BA-CD697D4C0046}" dt="2022-03-29T18:45:11.685" v="1509" actId="1037"/>
          <ac:cxnSpMkLst>
            <pc:docMk/>
            <pc:sldMk cId="4202080808" sldId="602"/>
            <ac:cxnSpMk id="46" creationId="{F734401A-632D-40F2-B627-A5D50F5B90BB}"/>
          </ac:cxnSpMkLst>
        </pc:cxnChg>
        <pc:cxnChg chg="del mod">
          <ac:chgData name="Arslan Ay, Sakire" userId="732d719b-63b4-4597-8524-2c64f9ea8d4f" providerId="ADAL" clId="{AD94AFB9-4343-4173-95BA-CD697D4C0046}" dt="2022-03-29T18:35:07.297" v="1345" actId="478"/>
          <ac:cxnSpMkLst>
            <pc:docMk/>
            <pc:sldMk cId="4202080808" sldId="602"/>
            <ac:cxnSpMk id="47" creationId="{2EF6A5F2-AE64-4296-BFAD-D58DA308A162}"/>
          </ac:cxnSpMkLst>
        </pc:cxnChg>
        <pc:cxnChg chg="add mod">
          <ac:chgData name="Arslan Ay, Sakire" userId="732d719b-63b4-4597-8524-2c64f9ea8d4f" providerId="ADAL" clId="{AD94AFB9-4343-4173-95BA-CD697D4C0046}" dt="2022-03-29T18:42:26.407" v="1476" actId="1076"/>
          <ac:cxnSpMkLst>
            <pc:docMk/>
            <pc:sldMk cId="4202080808" sldId="602"/>
            <ac:cxnSpMk id="48" creationId="{D664FBB3-6679-4EDA-9DCD-61ACE22A2D4F}"/>
          </ac:cxnSpMkLst>
        </pc:cxnChg>
        <pc:cxnChg chg="del mod">
          <ac:chgData name="Arslan Ay, Sakire" userId="732d719b-63b4-4597-8524-2c64f9ea8d4f" providerId="ADAL" clId="{AD94AFB9-4343-4173-95BA-CD697D4C0046}" dt="2022-03-29T18:35:07.297" v="1345" actId="478"/>
          <ac:cxnSpMkLst>
            <pc:docMk/>
            <pc:sldMk cId="4202080808" sldId="602"/>
            <ac:cxnSpMk id="68" creationId="{F30B3EBA-95C9-41E7-A36F-367910ADCCA9}"/>
          </ac:cxnSpMkLst>
        </pc:cxnChg>
        <pc:cxnChg chg="mod">
          <ac:chgData name="Arslan Ay, Sakire" userId="732d719b-63b4-4597-8524-2c64f9ea8d4f" providerId="ADAL" clId="{AD94AFB9-4343-4173-95BA-CD697D4C0046}" dt="2022-03-29T19:09:27.385" v="1520" actId="1076"/>
          <ac:cxnSpMkLst>
            <pc:docMk/>
            <pc:sldMk cId="4202080808" sldId="602"/>
            <ac:cxnSpMk id="84" creationId="{F5C6F58E-181B-4B39-9DB4-2BDBBD0CE6FB}"/>
          </ac:cxnSpMkLst>
        </pc:cxnChg>
        <pc:cxnChg chg="del mod">
          <ac:chgData name="Arslan Ay, Sakire" userId="732d719b-63b4-4597-8524-2c64f9ea8d4f" providerId="ADAL" clId="{AD94AFB9-4343-4173-95BA-CD697D4C0046}" dt="2022-03-29T18:42:18.767" v="1473" actId="478"/>
          <ac:cxnSpMkLst>
            <pc:docMk/>
            <pc:sldMk cId="4202080808" sldId="602"/>
            <ac:cxnSpMk id="89" creationId="{A7D601FB-F222-4A72-8ED2-4A8C6A42E70A}"/>
          </ac:cxnSpMkLst>
        </pc:cxnChg>
        <pc:cxnChg chg="del">
          <ac:chgData name="Arslan Ay, Sakire" userId="732d719b-63b4-4597-8524-2c64f9ea8d4f" providerId="ADAL" clId="{AD94AFB9-4343-4173-95BA-CD697D4C0046}" dt="2022-03-29T18:42:18.767" v="1473" actId="478"/>
          <ac:cxnSpMkLst>
            <pc:docMk/>
            <pc:sldMk cId="4202080808" sldId="602"/>
            <ac:cxnSpMk id="103" creationId="{C0DBAC80-B6BA-4214-8086-4241AF6B7B50}"/>
          </ac:cxnSpMkLst>
        </pc:cxnChg>
        <pc:cxnChg chg="del">
          <ac:chgData name="Arslan Ay, Sakire" userId="732d719b-63b4-4597-8524-2c64f9ea8d4f" providerId="ADAL" clId="{AD94AFB9-4343-4173-95BA-CD697D4C0046}" dt="2022-03-29T18:42:18.767" v="1473" actId="478"/>
          <ac:cxnSpMkLst>
            <pc:docMk/>
            <pc:sldMk cId="4202080808" sldId="602"/>
            <ac:cxnSpMk id="104" creationId="{A20BEFF2-6BE6-40C5-A663-056A57662E86}"/>
          </ac:cxnSpMkLst>
        </pc:cxnChg>
        <pc:cxnChg chg="mod">
          <ac:chgData name="Arslan Ay, Sakire" userId="732d719b-63b4-4597-8524-2c64f9ea8d4f" providerId="ADAL" clId="{AD94AFB9-4343-4173-95BA-CD697D4C0046}" dt="2022-03-29T19:20:45.242" v="1640" actId="208"/>
          <ac:cxnSpMkLst>
            <pc:docMk/>
            <pc:sldMk cId="4202080808" sldId="602"/>
            <ac:cxnSpMk id="107" creationId="{C371C31F-9F98-4979-AC6C-2DEC8C199BD4}"/>
          </ac:cxnSpMkLst>
        </pc:cxnChg>
        <pc:cxnChg chg="mod">
          <ac:chgData name="Arslan Ay, Sakire" userId="732d719b-63b4-4597-8524-2c64f9ea8d4f" providerId="ADAL" clId="{AD94AFB9-4343-4173-95BA-CD697D4C0046}" dt="2022-03-29T19:09:31.823" v="1524" actId="1035"/>
          <ac:cxnSpMkLst>
            <pc:docMk/>
            <pc:sldMk cId="4202080808" sldId="602"/>
            <ac:cxnSpMk id="108" creationId="{1EBD9353-3BA0-4E82-A9B7-B93CCC3FFA54}"/>
          </ac:cxnSpMkLst>
        </pc:cxnChg>
        <pc:cxnChg chg="mod">
          <ac:chgData name="Arslan Ay, Sakire" userId="732d719b-63b4-4597-8524-2c64f9ea8d4f" providerId="ADAL" clId="{AD94AFB9-4343-4173-95BA-CD697D4C0046}" dt="2022-03-29T19:20:45.242" v="1640" actId="208"/>
          <ac:cxnSpMkLst>
            <pc:docMk/>
            <pc:sldMk cId="4202080808" sldId="602"/>
            <ac:cxnSpMk id="109" creationId="{20BEC045-529D-4E49-BB79-7F480A45713F}"/>
          </ac:cxnSpMkLst>
        </pc:cxnChg>
      </pc:sldChg>
      <pc:sldChg chg="addSp delSp modSp add mod ord">
        <pc:chgData name="Arslan Ay, Sakire" userId="732d719b-63b4-4597-8524-2c64f9ea8d4f" providerId="ADAL" clId="{AD94AFB9-4343-4173-95BA-CD697D4C0046}" dt="2022-03-29T19:40:21.051" v="1858"/>
        <pc:sldMkLst>
          <pc:docMk/>
          <pc:sldMk cId="1188921064" sldId="603"/>
        </pc:sldMkLst>
        <pc:spChg chg="mod">
          <ac:chgData name="Arslan Ay, Sakire" userId="732d719b-63b4-4597-8524-2c64f9ea8d4f" providerId="ADAL" clId="{AD94AFB9-4343-4173-95BA-CD697D4C0046}" dt="2022-03-29T19:17:50.904" v="1637" actId="404"/>
          <ac:spMkLst>
            <pc:docMk/>
            <pc:sldMk cId="1188921064" sldId="603"/>
            <ac:spMk id="3" creationId="{98EFAF0E-CEBA-451E-9410-876B5F2F8F58}"/>
          </ac:spMkLst>
        </pc:spChg>
        <pc:spChg chg="mod">
          <ac:chgData name="Arslan Ay, Sakire" userId="732d719b-63b4-4597-8524-2c64f9ea8d4f" providerId="ADAL" clId="{AD94AFB9-4343-4173-95BA-CD697D4C0046}" dt="2022-03-29T19:26:39.504" v="1711" actId="20577"/>
          <ac:spMkLst>
            <pc:docMk/>
            <pc:sldMk cId="1188921064" sldId="603"/>
            <ac:spMk id="6" creationId="{5180861D-8B5C-40CD-B6ED-FB3E0FB62B47}"/>
          </ac:spMkLst>
        </pc:spChg>
        <pc:spChg chg="mod">
          <ac:chgData name="Arslan Ay, Sakire" userId="732d719b-63b4-4597-8524-2c64f9ea8d4f" providerId="ADAL" clId="{AD94AFB9-4343-4173-95BA-CD697D4C0046}" dt="2022-03-29T19:26:57.704" v="1716" actId="6549"/>
          <ac:spMkLst>
            <pc:docMk/>
            <pc:sldMk cId="1188921064" sldId="603"/>
            <ac:spMk id="29" creationId="{0B13D58A-BFD6-4CAA-AE94-FCC2D51CE6DF}"/>
          </ac:spMkLst>
        </pc:spChg>
        <pc:spChg chg="mod">
          <ac:chgData name="Arslan Ay, Sakire" userId="732d719b-63b4-4597-8524-2c64f9ea8d4f" providerId="ADAL" clId="{AD94AFB9-4343-4173-95BA-CD697D4C0046}" dt="2022-03-29T19:27:16.197" v="1727" actId="1076"/>
          <ac:spMkLst>
            <pc:docMk/>
            <pc:sldMk cId="1188921064" sldId="603"/>
            <ac:spMk id="30" creationId="{05441C9D-D54C-4EC4-90C6-D19629C8ECDF}"/>
          </ac:spMkLst>
        </pc:spChg>
        <pc:spChg chg="add mod">
          <ac:chgData name="Arslan Ay, Sakire" userId="732d719b-63b4-4597-8524-2c64f9ea8d4f" providerId="ADAL" clId="{AD94AFB9-4343-4173-95BA-CD697D4C0046}" dt="2022-03-29T19:27:32.613" v="1733" actId="1035"/>
          <ac:spMkLst>
            <pc:docMk/>
            <pc:sldMk cId="1188921064" sldId="603"/>
            <ac:spMk id="32" creationId="{647791E2-99E7-4712-84D8-B180ADA55147}"/>
          </ac:spMkLst>
        </pc:spChg>
        <pc:spChg chg="add mod">
          <ac:chgData name="Arslan Ay, Sakire" userId="732d719b-63b4-4597-8524-2c64f9ea8d4f" providerId="ADAL" clId="{AD94AFB9-4343-4173-95BA-CD697D4C0046}" dt="2022-03-29T19:27:37.576" v="1735" actId="1076"/>
          <ac:spMkLst>
            <pc:docMk/>
            <pc:sldMk cId="1188921064" sldId="603"/>
            <ac:spMk id="36" creationId="{30B4714E-0EDB-4B60-B0C2-124F6CA8E87A}"/>
          </ac:spMkLst>
        </pc:spChg>
        <pc:spChg chg="add mod">
          <ac:chgData name="Arslan Ay, Sakire" userId="732d719b-63b4-4597-8524-2c64f9ea8d4f" providerId="ADAL" clId="{AD94AFB9-4343-4173-95BA-CD697D4C0046}" dt="2022-03-29T19:28:34.343" v="1742" actId="1076"/>
          <ac:spMkLst>
            <pc:docMk/>
            <pc:sldMk cId="1188921064" sldId="603"/>
            <ac:spMk id="38" creationId="{123B8AAF-81E9-4666-82C3-235C18841C9D}"/>
          </ac:spMkLst>
        </pc:spChg>
        <pc:spChg chg="add mod">
          <ac:chgData name="Arslan Ay, Sakire" userId="732d719b-63b4-4597-8524-2c64f9ea8d4f" providerId="ADAL" clId="{AD94AFB9-4343-4173-95BA-CD697D4C0046}" dt="2022-03-29T19:29:15.235" v="1761" actId="404"/>
          <ac:spMkLst>
            <pc:docMk/>
            <pc:sldMk cId="1188921064" sldId="603"/>
            <ac:spMk id="40" creationId="{31922B5A-75B4-4634-83A2-7543513358AB}"/>
          </ac:spMkLst>
        </pc:spChg>
        <pc:spChg chg="del">
          <ac:chgData name="Arslan Ay, Sakire" userId="732d719b-63b4-4597-8524-2c64f9ea8d4f" providerId="ADAL" clId="{AD94AFB9-4343-4173-95BA-CD697D4C0046}" dt="2022-03-29T19:28:12.712" v="1739" actId="478"/>
          <ac:spMkLst>
            <pc:docMk/>
            <pc:sldMk cId="1188921064" sldId="603"/>
            <ac:spMk id="41" creationId="{2A5653F5-54A8-485D-A78D-D9F78B9C6989}"/>
          </ac:spMkLst>
        </pc:spChg>
        <pc:spChg chg="del">
          <ac:chgData name="Arslan Ay, Sakire" userId="732d719b-63b4-4597-8524-2c64f9ea8d4f" providerId="ADAL" clId="{AD94AFB9-4343-4173-95BA-CD697D4C0046}" dt="2022-03-29T19:28:11.544" v="1738" actId="478"/>
          <ac:spMkLst>
            <pc:docMk/>
            <pc:sldMk cId="1188921064" sldId="603"/>
            <ac:spMk id="42" creationId="{AC12BC58-5C0E-4D02-A26B-DA2A34DFE7AB}"/>
          </ac:spMkLst>
        </pc:spChg>
        <pc:spChg chg="add mod">
          <ac:chgData name="Arslan Ay, Sakire" userId="732d719b-63b4-4597-8524-2c64f9ea8d4f" providerId="ADAL" clId="{AD94AFB9-4343-4173-95BA-CD697D4C0046}" dt="2022-03-29T19:29:15.235" v="1761" actId="404"/>
          <ac:spMkLst>
            <pc:docMk/>
            <pc:sldMk cId="1188921064" sldId="603"/>
            <ac:spMk id="47" creationId="{26F43C15-3871-424A-9A30-5A3D519C8C49}"/>
          </ac:spMkLst>
        </pc:spChg>
        <pc:spChg chg="add mod">
          <ac:chgData name="Arslan Ay, Sakire" userId="732d719b-63b4-4597-8524-2c64f9ea8d4f" providerId="ADAL" clId="{AD94AFB9-4343-4173-95BA-CD697D4C0046}" dt="2022-03-29T19:29:15.235" v="1761" actId="404"/>
          <ac:spMkLst>
            <pc:docMk/>
            <pc:sldMk cId="1188921064" sldId="603"/>
            <ac:spMk id="50" creationId="{02B4C755-025A-4A06-AF42-B126BEFBA2BF}"/>
          </ac:spMkLst>
        </pc:spChg>
        <pc:spChg chg="add mod">
          <ac:chgData name="Arslan Ay, Sakire" userId="732d719b-63b4-4597-8524-2c64f9ea8d4f" providerId="ADAL" clId="{AD94AFB9-4343-4173-95BA-CD697D4C0046}" dt="2022-03-29T19:32:05.769" v="1803" actId="1076"/>
          <ac:spMkLst>
            <pc:docMk/>
            <pc:sldMk cId="1188921064" sldId="603"/>
            <ac:spMk id="52" creationId="{7FBA7A46-638B-4AB2-8401-98C9FE3D70BF}"/>
          </ac:spMkLst>
        </pc:spChg>
        <pc:spChg chg="add mod">
          <ac:chgData name="Arslan Ay, Sakire" userId="732d719b-63b4-4597-8524-2c64f9ea8d4f" providerId="ADAL" clId="{AD94AFB9-4343-4173-95BA-CD697D4C0046}" dt="2022-03-29T19:32:12.878" v="1805" actId="1076"/>
          <ac:spMkLst>
            <pc:docMk/>
            <pc:sldMk cId="1188921064" sldId="603"/>
            <ac:spMk id="53" creationId="{5388A241-8B06-49CE-89DF-35A9DC1F80C8}"/>
          </ac:spMkLst>
        </pc:spChg>
        <pc:spChg chg="add mod">
          <ac:chgData name="Arslan Ay, Sakire" userId="732d719b-63b4-4597-8524-2c64f9ea8d4f" providerId="ADAL" clId="{AD94AFB9-4343-4173-95BA-CD697D4C0046}" dt="2022-03-29T19:32:20.086" v="1813" actId="1076"/>
          <ac:spMkLst>
            <pc:docMk/>
            <pc:sldMk cId="1188921064" sldId="603"/>
            <ac:spMk id="55" creationId="{DCFBC5EA-7F66-4D12-8AD2-B6E2E9B79E24}"/>
          </ac:spMkLst>
        </pc:spChg>
        <pc:spChg chg="add mod">
          <ac:chgData name="Arslan Ay, Sakire" userId="732d719b-63b4-4597-8524-2c64f9ea8d4f" providerId="ADAL" clId="{AD94AFB9-4343-4173-95BA-CD697D4C0046}" dt="2022-03-29T19:32:29.587" v="1822" actId="1076"/>
          <ac:spMkLst>
            <pc:docMk/>
            <pc:sldMk cId="1188921064" sldId="603"/>
            <ac:spMk id="57" creationId="{FE62821C-4960-4C85-8D72-9CC70CBEC8E1}"/>
          </ac:spMkLst>
        </pc:spChg>
        <pc:spChg chg="add mod">
          <ac:chgData name="Arslan Ay, Sakire" userId="732d719b-63b4-4597-8524-2c64f9ea8d4f" providerId="ADAL" clId="{AD94AFB9-4343-4173-95BA-CD697D4C0046}" dt="2022-03-29T19:32:36.631" v="1824" actId="1076"/>
          <ac:spMkLst>
            <pc:docMk/>
            <pc:sldMk cId="1188921064" sldId="603"/>
            <ac:spMk id="62" creationId="{9AC9F5EF-CE57-4AF3-8E48-758A98671C3A}"/>
          </ac:spMkLst>
        </pc:spChg>
        <pc:spChg chg="mod">
          <ac:chgData name="Arslan Ay, Sakire" userId="732d719b-63b4-4597-8524-2c64f9ea8d4f" providerId="ADAL" clId="{AD94AFB9-4343-4173-95BA-CD697D4C0046}" dt="2022-03-29T19:28:01.264" v="1736"/>
          <ac:spMkLst>
            <pc:docMk/>
            <pc:sldMk cId="1188921064" sldId="603"/>
            <ac:spMk id="81" creationId="{DD472EE2-0B64-4656-B3C4-1442C1F79837}"/>
          </ac:spMkLst>
        </pc:spChg>
        <pc:spChg chg="mod">
          <ac:chgData name="Arslan Ay, Sakire" userId="732d719b-63b4-4597-8524-2c64f9ea8d4f" providerId="ADAL" clId="{AD94AFB9-4343-4173-95BA-CD697D4C0046}" dt="2022-03-29T19:24:51.633" v="1698" actId="6549"/>
          <ac:spMkLst>
            <pc:docMk/>
            <pc:sldMk cId="1188921064" sldId="603"/>
            <ac:spMk id="82" creationId="{F78C0FD4-FCD2-4E7F-919A-660B85D83859}"/>
          </ac:spMkLst>
        </pc:spChg>
        <pc:spChg chg="del">
          <ac:chgData name="Arslan Ay, Sakire" userId="732d719b-63b4-4597-8524-2c64f9ea8d4f" providerId="ADAL" clId="{AD94AFB9-4343-4173-95BA-CD697D4C0046}" dt="2022-03-29T19:29:38.375" v="1762" actId="478"/>
          <ac:spMkLst>
            <pc:docMk/>
            <pc:sldMk cId="1188921064" sldId="603"/>
            <ac:spMk id="105" creationId="{06CB928B-74EA-4BE4-9EE9-13F3AB9ACE09}"/>
          </ac:spMkLst>
        </pc:spChg>
        <pc:spChg chg="del">
          <ac:chgData name="Arslan Ay, Sakire" userId="732d719b-63b4-4597-8524-2c64f9ea8d4f" providerId="ADAL" clId="{AD94AFB9-4343-4173-95BA-CD697D4C0046}" dt="2022-03-29T19:29:38.375" v="1762" actId="478"/>
          <ac:spMkLst>
            <pc:docMk/>
            <pc:sldMk cId="1188921064" sldId="603"/>
            <ac:spMk id="106" creationId="{3FB6694A-3C61-4F9B-BC37-DC41F238EBC9}"/>
          </ac:spMkLst>
        </pc:spChg>
        <pc:cxnChg chg="del">
          <ac:chgData name="Arslan Ay, Sakire" userId="732d719b-63b4-4597-8524-2c64f9ea8d4f" providerId="ADAL" clId="{AD94AFB9-4343-4173-95BA-CD697D4C0046}" dt="2022-03-29T19:26:16.615" v="1702" actId="478"/>
          <ac:cxnSpMkLst>
            <pc:docMk/>
            <pc:sldMk cId="1188921064" sldId="603"/>
            <ac:cxnSpMk id="31" creationId="{F66C0226-990C-4C5A-8EB8-5470ACB71EA8}"/>
          </ac:cxnSpMkLst>
        </pc:cxnChg>
        <pc:cxnChg chg="mod">
          <ac:chgData name="Arslan Ay, Sakire" userId="732d719b-63b4-4597-8524-2c64f9ea8d4f" providerId="ADAL" clId="{AD94AFB9-4343-4173-95BA-CD697D4C0046}" dt="2022-03-29T19:27:10.723" v="1726" actId="14100"/>
          <ac:cxnSpMkLst>
            <pc:docMk/>
            <pc:sldMk cId="1188921064" sldId="603"/>
            <ac:cxnSpMk id="33" creationId="{DDB3E940-6D51-48F9-A6E8-DB85A15DC727}"/>
          </ac:cxnSpMkLst>
        </pc:cxnChg>
        <pc:cxnChg chg="del">
          <ac:chgData name="Arslan Ay, Sakire" userId="732d719b-63b4-4597-8524-2c64f9ea8d4f" providerId="ADAL" clId="{AD94AFB9-4343-4173-95BA-CD697D4C0046}" dt="2022-03-29T19:26:15.547" v="1701" actId="478"/>
          <ac:cxnSpMkLst>
            <pc:docMk/>
            <pc:sldMk cId="1188921064" sldId="603"/>
            <ac:cxnSpMk id="34" creationId="{A8B04E5D-028D-498E-A857-C93AD8EFF50F}"/>
          </ac:cxnSpMkLst>
        </pc:cxnChg>
        <pc:cxnChg chg="add mod">
          <ac:chgData name="Arslan Ay, Sakire" userId="732d719b-63b4-4597-8524-2c64f9ea8d4f" providerId="ADAL" clId="{AD94AFB9-4343-4173-95BA-CD697D4C0046}" dt="2022-03-29T19:27:32.613" v="1733" actId="1035"/>
          <ac:cxnSpMkLst>
            <pc:docMk/>
            <pc:sldMk cId="1188921064" sldId="603"/>
            <ac:cxnSpMk id="35" creationId="{3B481A13-EF8C-427C-BB84-E696F9144A12}"/>
          </ac:cxnSpMkLst>
        </pc:cxnChg>
        <pc:cxnChg chg="add mod">
          <ac:chgData name="Arslan Ay, Sakire" userId="732d719b-63b4-4597-8524-2c64f9ea8d4f" providerId="ADAL" clId="{AD94AFB9-4343-4173-95BA-CD697D4C0046}" dt="2022-03-29T19:27:37.576" v="1735" actId="1076"/>
          <ac:cxnSpMkLst>
            <pc:docMk/>
            <pc:sldMk cId="1188921064" sldId="603"/>
            <ac:cxnSpMk id="37" creationId="{2A699001-1C73-483C-8FF3-6CBFCBDEA14F}"/>
          </ac:cxnSpMkLst>
        </pc:cxnChg>
        <pc:cxnChg chg="del">
          <ac:chgData name="Arslan Ay, Sakire" userId="732d719b-63b4-4597-8524-2c64f9ea8d4f" providerId="ADAL" clId="{AD94AFB9-4343-4173-95BA-CD697D4C0046}" dt="2022-03-29T19:26:17.462" v="1703" actId="478"/>
          <ac:cxnSpMkLst>
            <pc:docMk/>
            <pc:sldMk cId="1188921064" sldId="603"/>
            <ac:cxnSpMk id="39" creationId="{58FAF512-6D3E-406A-960B-FCD055AD6774}"/>
          </ac:cxnSpMkLst>
        </pc:cxnChg>
        <pc:cxnChg chg="del">
          <ac:chgData name="Arslan Ay, Sakire" userId="732d719b-63b4-4597-8524-2c64f9ea8d4f" providerId="ADAL" clId="{AD94AFB9-4343-4173-95BA-CD697D4C0046}" dt="2022-03-29T19:28:07.888" v="1737" actId="478"/>
          <ac:cxnSpMkLst>
            <pc:docMk/>
            <pc:sldMk cId="1188921064" sldId="603"/>
            <ac:cxnSpMk id="43" creationId="{D35FF32A-6462-4A61-B46D-D4486F5C9411}"/>
          </ac:cxnSpMkLst>
        </pc:cxnChg>
        <pc:cxnChg chg="add mod">
          <ac:chgData name="Arslan Ay, Sakire" userId="732d719b-63b4-4597-8524-2c64f9ea8d4f" providerId="ADAL" clId="{AD94AFB9-4343-4173-95BA-CD697D4C0046}" dt="2022-03-29T19:28:34.343" v="1742" actId="1076"/>
          <ac:cxnSpMkLst>
            <pc:docMk/>
            <pc:sldMk cId="1188921064" sldId="603"/>
            <ac:cxnSpMk id="44" creationId="{9C875D76-22D2-415D-B72A-194EFAF3E17E}"/>
          </ac:cxnSpMkLst>
        </pc:cxnChg>
        <pc:cxnChg chg="del">
          <ac:chgData name="Arslan Ay, Sakire" userId="732d719b-63b4-4597-8524-2c64f9ea8d4f" providerId="ADAL" clId="{AD94AFB9-4343-4173-95BA-CD697D4C0046}" dt="2022-03-29T19:28:07.888" v="1737" actId="478"/>
          <ac:cxnSpMkLst>
            <pc:docMk/>
            <pc:sldMk cId="1188921064" sldId="603"/>
            <ac:cxnSpMk id="45" creationId="{ABABD751-DC3E-4707-BE9F-387C0BC9305C}"/>
          </ac:cxnSpMkLst>
        </pc:cxnChg>
        <pc:cxnChg chg="del">
          <ac:chgData name="Arslan Ay, Sakire" userId="732d719b-63b4-4597-8524-2c64f9ea8d4f" providerId="ADAL" clId="{AD94AFB9-4343-4173-95BA-CD697D4C0046}" dt="2022-03-29T19:28:07.888" v="1737" actId="478"/>
          <ac:cxnSpMkLst>
            <pc:docMk/>
            <pc:sldMk cId="1188921064" sldId="603"/>
            <ac:cxnSpMk id="46" creationId="{F734401A-632D-40F2-B627-A5D50F5B90BB}"/>
          </ac:cxnSpMkLst>
        </pc:cxnChg>
        <pc:cxnChg chg="del">
          <ac:chgData name="Arslan Ay, Sakire" userId="732d719b-63b4-4597-8524-2c64f9ea8d4f" providerId="ADAL" clId="{AD94AFB9-4343-4173-95BA-CD697D4C0046}" dt="2022-03-29T19:28:07.888" v="1737" actId="478"/>
          <ac:cxnSpMkLst>
            <pc:docMk/>
            <pc:sldMk cId="1188921064" sldId="603"/>
            <ac:cxnSpMk id="48" creationId="{D664FBB3-6679-4EDA-9DCD-61ACE22A2D4F}"/>
          </ac:cxnSpMkLst>
        </pc:cxnChg>
        <pc:cxnChg chg="add mod">
          <ac:chgData name="Arslan Ay, Sakire" userId="732d719b-63b4-4597-8524-2c64f9ea8d4f" providerId="ADAL" clId="{AD94AFB9-4343-4173-95BA-CD697D4C0046}" dt="2022-03-29T19:28:34.343" v="1742" actId="1076"/>
          <ac:cxnSpMkLst>
            <pc:docMk/>
            <pc:sldMk cId="1188921064" sldId="603"/>
            <ac:cxnSpMk id="49" creationId="{3FD3B87F-C3C7-42FE-A9C4-10A06357AF41}"/>
          </ac:cxnSpMkLst>
        </pc:cxnChg>
        <pc:cxnChg chg="add mod">
          <ac:chgData name="Arslan Ay, Sakire" userId="732d719b-63b4-4597-8524-2c64f9ea8d4f" providerId="ADAL" clId="{AD94AFB9-4343-4173-95BA-CD697D4C0046}" dt="2022-03-29T19:28:34.343" v="1742" actId="1076"/>
          <ac:cxnSpMkLst>
            <pc:docMk/>
            <pc:sldMk cId="1188921064" sldId="603"/>
            <ac:cxnSpMk id="51" creationId="{442D65C6-024B-4C19-8D0F-3CD705F9875F}"/>
          </ac:cxnSpMkLst>
        </pc:cxnChg>
        <pc:cxnChg chg="add mod">
          <ac:chgData name="Arslan Ay, Sakire" userId="732d719b-63b4-4597-8524-2c64f9ea8d4f" providerId="ADAL" clId="{AD94AFB9-4343-4173-95BA-CD697D4C0046}" dt="2022-03-29T19:32:05.769" v="1803" actId="1076"/>
          <ac:cxnSpMkLst>
            <pc:docMk/>
            <pc:sldMk cId="1188921064" sldId="603"/>
            <ac:cxnSpMk id="54" creationId="{C4A8FC05-70BB-4699-B674-11C50A6D1EEF}"/>
          </ac:cxnSpMkLst>
        </pc:cxnChg>
        <pc:cxnChg chg="add del mod">
          <ac:chgData name="Arslan Ay, Sakire" userId="732d719b-63b4-4597-8524-2c64f9ea8d4f" providerId="ADAL" clId="{AD94AFB9-4343-4173-95BA-CD697D4C0046}" dt="2022-03-29T19:31:25.884" v="1786" actId="478"/>
          <ac:cxnSpMkLst>
            <pc:docMk/>
            <pc:sldMk cId="1188921064" sldId="603"/>
            <ac:cxnSpMk id="56" creationId="{C442FEAC-FBDB-461F-B514-FD3AC8CDD082}"/>
          </ac:cxnSpMkLst>
        </pc:cxnChg>
        <pc:cxnChg chg="add del mod">
          <ac:chgData name="Arslan Ay, Sakire" userId="732d719b-63b4-4597-8524-2c64f9ea8d4f" providerId="ADAL" clId="{AD94AFB9-4343-4173-95BA-CD697D4C0046}" dt="2022-03-29T19:31:26.702" v="1787" actId="478"/>
          <ac:cxnSpMkLst>
            <pc:docMk/>
            <pc:sldMk cId="1188921064" sldId="603"/>
            <ac:cxnSpMk id="58" creationId="{F5DBCC44-5546-414D-A87F-0CA8DB6D1FA1}"/>
          </ac:cxnSpMkLst>
        </pc:cxnChg>
        <pc:cxnChg chg="add mod">
          <ac:chgData name="Arslan Ay, Sakire" userId="732d719b-63b4-4597-8524-2c64f9ea8d4f" providerId="ADAL" clId="{AD94AFB9-4343-4173-95BA-CD697D4C0046}" dt="2022-03-29T19:32:05.769" v="1803" actId="1076"/>
          <ac:cxnSpMkLst>
            <pc:docMk/>
            <pc:sldMk cId="1188921064" sldId="603"/>
            <ac:cxnSpMk id="59" creationId="{172860CF-9629-4724-A839-7C215EACE295}"/>
          </ac:cxnSpMkLst>
        </pc:cxnChg>
        <pc:cxnChg chg="add mod">
          <ac:chgData name="Arslan Ay, Sakire" userId="732d719b-63b4-4597-8524-2c64f9ea8d4f" providerId="ADAL" clId="{AD94AFB9-4343-4173-95BA-CD697D4C0046}" dt="2022-03-29T19:32:05.769" v="1803" actId="1076"/>
          <ac:cxnSpMkLst>
            <pc:docMk/>
            <pc:sldMk cId="1188921064" sldId="603"/>
            <ac:cxnSpMk id="60" creationId="{DDA7B892-DAD4-4A17-980A-6F683EF0A400}"/>
          </ac:cxnSpMkLst>
        </pc:cxnChg>
        <pc:cxnChg chg="add mod">
          <ac:chgData name="Arslan Ay, Sakire" userId="732d719b-63b4-4597-8524-2c64f9ea8d4f" providerId="ADAL" clId="{AD94AFB9-4343-4173-95BA-CD697D4C0046}" dt="2022-03-29T19:32:05.769" v="1803" actId="1076"/>
          <ac:cxnSpMkLst>
            <pc:docMk/>
            <pc:sldMk cId="1188921064" sldId="603"/>
            <ac:cxnSpMk id="61" creationId="{B30DC8DC-B949-4A62-8519-611DFB981D3D}"/>
          </ac:cxnSpMkLst>
        </pc:cxnChg>
        <pc:cxnChg chg="mod">
          <ac:chgData name="Arslan Ay, Sakire" userId="732d719b-63b4-4597-8524-2c64f9ea8d4f" providerId="ADAL" clId="{AD94AFB9-4343-4173-95BA-CD697D4C0046}" dt="2022-03-29T19:29:40.431" v="1763" actId="1076"/>
          <ac:cxnSpMkLst>
            <pc:docMk/>
            <pc:sldMk cId="1188921064" sldId="603"/>
            <ac:cxnSpMk id="80" creationId="{E93B3D81-06AE-424C-BC0A-927579097EC1}"/>
          </ac:cxnSpMkLst>
        </pc:cxnChg>
        <pc:cxnChg chg="mod">
          <ac:chgData name="Arslan Ay, Sakire" userId="732d719b-63b4-4597-8524-2c64f9ea8d4f" providerId="ADAL" clId="{AD94AFB9-4343-4173-95BA-CD697D4C0046}" dt="2022-03-29T19:32:00.079" v="1802" actId="1076"/>
          <ac:cxnSpMkLst>
            <pc:docMk/>
            <pc:sldMk cId="1188921064" sldId="603"/>
            <ac:cxnSpMk id="84" creationId="{F5C6F58E-181B-4B39-9DB4-2BDBBD0CE6FB}"/>
          </ac:cxnSpMkLst>
        </pc:cxnChg>
        <pc:cxnChg chg="del">
          <ac:chgData name="Arslan Ay, Sakire" userId="732d719b-63b4-4597-8524-2c64f9ea8d4f" providerId="ADAL" clId="{AD94AFB9-4343-4173-95BA-CD697D4C0046}" dt="2022-03-29T19:29:38.375" v="1762" actId="478"/>
          <ac:cxnSpMkLst>
            <pc:docMk/>
            <pc:sldMk cId="1188921064" sldId="603"/>
            <ac:cxnSpMk id="107" creationId="{C371C31F-9F98-4979-AC6C-2DEC8C199BD4}"/>
          </ac:cxnSpMkLst>
        </pc:cxnChg>
        <pc:cxnChg chg="del">
          <ac:chgData name="Arslan Ay, Sakire" userId="732d719b-63b4-4597-8524-2c64f9ea8d4f" providerId="ADAL" clId="{AD94AFB9-4343-4173-95BA-CD697D4C0046}" dt="2022-03-29T19:29:38.375" v="1762" actId="478"/>
          <ac:cxnSpMkLst>
            <pc:docMk/>
            <pc:sldMk cId="1188921064" sldId="603"/>
            <ac:cxnSpMk id="108" creationId="{1EBD9353-3BA0-4E82-A9B7-B93CCC3FFA54}"/>
          </ac:cxnSpMkLst>
        </pc:cxnChg>
        <pc:cxnChg chg="del">
          <ac:chgData name="Arslan Ay, Sakire" userId="732d719b-63b4-4597-8524-2c64f9ea8d4f" providerId="ADAL" clId="{AD94AFB9-4343-4173-95BA-CD697D4C0046}" dt="2022-03-29T19:29:38.375" v="1762" actId="478"/>
          <ac:cxnSpMkLst>
            <pc:docMk/>
            <pc:sldMk cId="1188921064" sldId="603"/>
            <ac:cxnSpMk id="109" creationId="{20BEC045-529D-4E49-BB79-7F480A45713F}"/>
          </ac:cxnSpMkLst>
        </pc:cxnChg>
      </pc:sldChg>
      <pc:sldChg chg="add del">
        <pc:chgData name="Arslan Ay, Sakire" userId="732d719b-63b4-4597-8524-2c64f9ea8d4f" providerId="ADAL" clId="{AD94AFB9-4343-4173-95BA-CD697D4C0046}" dt="2022-03-29T19:21:04.516" v="1642"/>
        <pc:sldMkLst>
          <pc:docMk/>
          <pc:sldMk cId="868440269" sldId="604"/>
        </pc:sldMkLst>
      </pc:sldChg>
      <pc:sldChg chg="add">
        <pc:chgData name="Arslan Ay, Sakire" userId="732d719b-63b4-4597-8524-2c64f9ea8d4f" providerId="ADAL" clId="{AD94AFB9-4343-4173-95BA-CD697D4C0046}" dt="2022-03-29T19:41:04.878" v="1861"/>
        <pc:sldMkLst>
          <pc:docMk/>
          <pc:sldMk cId="3674251023" sldId="604"/>
        </pc:sldMkLst>
      </pc:sldChg>
      <pc:sldChg chg="add">
        <pc:chgData name="Arslan Ay, Sakire" userId="732d719b-63b4-4597-8524-2c64f9ea8d4f" providerId="ADAL" clId="{AD94AFB9-4343-4173-95BA-CD697D4C0046}" dt="2022-03-29T19:41:12.290" v="1862"/>
        <pc:sldMkLst>
          <pc:docMk/>
          <pc:sldMk cId="2550286436" sldId="605"/>
        </pc:sldMkLst>
      </pc:sldChg>
      <pc:sldChg chg="add">
        <pc:chgData name="Arslan Ay, Sakire" userId="732d719b-63b4-4597-8524-2c64f9ea8d4f" providerId="ADAL" clId="{AD94AFB9-4343-4173-95BA-CD697D4C0046}" dt="2022-03-29T19:41:24.234" v="1863"/>
        <pc:sldMkLst>
          <pc:docMk/>
          <pc:sldMk cId="1799465350" sldId="606"/>
        </pc:sldMkLst>
      </pc:sldChg>
      <pc:sldChg chg="addSp modSp add mod modAnim">
        <pc:chgData name="Arslan Ay, Sakire" userId="732d719b-63b4-4597-8524-2c64f9ea8d4f" providerId="ADAL" clId="{AD94AFB9-4343-4173-95BA-CD697D4C0046}" dt="2022-03-29T20:42:27.005" v="2256"/>
        <pc:sldMkLst>
          <pc:docMk/>
          <pc:sldMk cId="1640014526" sldId="607"/>
        </pc:sldMkLst>
        <pc:spChg chg="add mod">
          <ac:chgData name="Arslan Ay, Sakire" userId="732d719b-63b4-4597-8524-2c64f9ea8d4f" providerId="ADAL" clId="{AD94AFB9-4343-4173-95BA-CD697D4C0046}" dt="2022-03-29T20:12:57.072" v="1923" actId="14100"/>
          <ac:spMkLst>
            <pc:docMk/>
            <pc:sldMk cId="1640014526" sldId="607"/>
            <ac:spMk id="34" creationId="{3695B7CD-09FA-4DC4-A37B-410F4F09DCF3}"/>
          </ac:spMkLst>
        </pc:spChg>
        <pc:spChg chg="add mod">
          <ac:chgData name="Arslan Ay, Sakire" userId="732d719b-63b4-4597-8524-2c64f9ea8d4f" providerId="ADAL" clId="{AD94AFB9-4343-4173-95BA-CD697D4C0046}" dt="2022-03-29T20:41:27.678" v="2255" actId="207"/>
          <ac:spMkLst>
            <pc:docMk/>
            <pc:sldMk cId="1640014526" sldId="607"/>
            <ac:spMk id="35" creationId="{34CCFFC8-5B46-452C-9AEE-43BCC107843E}"/>
          </ac:spMkLst>
        </pc:spChg>
        <pc:cxnChg chg="mod">
          <ac:chgData name="Arslan Ay, Sakire" userId="732d719b-63b4-4597-8524-2c64f9ea8d4f" providerId="ADAL" clId="{AD94AFB9-4343-4173-95BA-CD697D4C0046}" dt="2022-03-29T20:40:49.007" v="2235" actId="14100"/>
          <ac:cxnSpMkLst>
            <pc:docMk/>
            <pc:sldMk cId="1640014526" sldId="607"/>
            <ac:cxnSpMk id="91" creationId="{FCB8977F-D65D-43F1-9E09-997B34F7EB62}"/>
          </ac:cxnSpMkLst>
        </pc:cxnChg>
      </pc:sldChg>
      <pc:sldChg chg="addSp delSp modSp add mod modNotesTx">
        <pc:chgData name="Arslan Ay, Sakire" userId="732d719b-63b4-4597-8524-2c64f9ea8d4f" providerId="ADAL" clId="{AD94AFB9-4343-4173-95BA-CD697D4C0046}" dt="2022-03-30T16:45:45.254" v="2878" actId="6549"/>
        <pc:sldMkLst>
          <pc:docMk/>
          <pc:sldMk cId="1185949235" sldId="608"/>
        </pc:sldMkLst>
        <pc:spChg chg="mod">
          <ac:chgData name="Arslan Ay, Sakire" userId="732d719b-63b4-4597-8524-2c64f9ea8d4f" providerId="ADAL" clId="{AD94AFB9-4343-4173-95BA-CD697D4C0046}" dt="2022-03-29T21:04:09.138" v="2398" actId="122"/>
          <ac:spMkLst>
            <pc:docMk/>
            <pc:sldMk cId="1185949235" sldId="608"/>
            <ac:spMk id="2" creationId="{D85DBF59-15FD-4C3B-9CB1-F826C1AAF75D}"/>
          </ac:spMkLst>
        </pc:spChg>
        <pc:spChg chg="del mod">
          <ac:chgData name="Arslan Ay, Sakire" userId="732d719b-63b4-4597-8524-2c64f9ea8d4f" providerId="ADAL" clId="{AD94AFB9-4343-4173-95BA-CD697D4C0046}" dt="2022-03-29T21:03:53.807" v="2384" actId="478"/>
          <ac:spMkLst>
            <pc:docMk/>
            <pc:sldMk cId="1185949235" sldId="608"/>
            <ac:spMk id="3" creationId="{1A728C06-1600-49E4-9150-DF31A6D36419}"/>
          </ac:spMkLst>
        </pc:spChg>
        <pc:spChg chg="add del mod">
          <ac:chgData name="Arslan Ay, Sakire" userId="732d719b-63b4-4597-8524-2c64f9ea8d4f" providerId="ADAL" clId="{AD94AFB9-4343-4173-95BA-CD697D4C0046}" dt="2022-03-29T21:03:57.656" v="2385" actId="478"/>
          <ac:spMkLst>
            <pc:docMk/>
            <pc:sldMk cId="1185949235" sldId="608"/>
            <ac:spMk id="6" creationId="{AA45527D-F602-4370-B14B-0C4402811BE7}"/>
          </ac:spMkLst>
        </pc:spChg>
      </pc:sldChg>
      <pc:sldChg chg="add del">
        <pc:chgData name="Arslan Ay, Sakire" userId="732d719b-63b4-4597-8524-2c64f9ea8d4f" providerId="ADAL" clId="{AD94AFB9-4343-4173-95BA-CD697D4C0046}" dt="2022-03-29T21:13:36.603" v="2401" actId="2696"/>
        <pc:sldMkLst>
          <pc:docMk/>
          <pc:sldMk cId="873994395" sldId="609"/>
        </pc:sldMkLst>
      </pc:sldChg>
      <pc:sldChg chg="addSp delSp modSp add mod modAnim">
        <pc:chgData name="Arslan Ay, Sakire" userId="732d719b-63b4-4597-8524-2c64f9ea8d4f" providerId="ADAL" clId="{AD94AFB9-4343-4173-95BA-CD697D4C0046}" dt="2022-03-30T16:36:56.437" v="2863" actId="14100"/>
        <pc:sldMkLst>
          <pc:docMk/>
          <pc:sldMk cId="2624723235" sldId="609"/>
        </pc:sldMkLst>
        <pc:spChg chg="mod">
          <ac:chgData name="Arslan Ay, Sakire" userId="732d719b-63b4-4597-8524-2c64f9ea8d4f" providerId="ADAL" clId="{AD94AFB9-4343-4173-95BA-CD697D4C0046}" dt="2022-03-29T21:26:17.755" v="2650" actId="1076"/>
          <ac:spMkLst>
            <pc:docMk/>
            <pc:sldMk cId="2624723235" sldId="609"/>
            <ac:spMk id="2" creationId="{ED6C1D6F-5C66-4F9B-8265-F12465DE2AEA}"/>
          </ac:spMkLst>
        </pc:spChg>
        <pc:spChg chg="mod">
          <ac:chgData name="Arslan Ay, Sakire" userId="732d719b-63b4-4597-8524-2c64f9ea8d4f" providerId="ADAL" clId="{AD94AFB9-4343-4173-95BA-CD697D4C0046}" dt="2022-03-29T21:23:56.662" v="2581" actId="208"/>
          <ac:spMkLst>
            <pc:docMk/>
            <pc:sldMk cId="2624723235" sldId="609"/>
            <ac:spMk id="9" creationId="{9C4AB9DD-1C9E-4B11-932E-690B612F244C}"/>
          </ac:spMkLst>
        </pc:spChg>
        <pc:spChg chg="del">
          <ac:chgData name="Arslan Ay, Sakire" userId="732d719b-63b4-4597-8524-2c64f9ea8d4f" providerId="ADAL" clId="{AD94AFB9-4343-4173-95BA-CD697D4C0046}" dt="2022-03-29T21:14:34.619" v="2412" actId="478"/>
          <ac:spMkLst>
            <pc:docMk/>
            <pc:sldMk cId="2624723235" sldId="609"/>
            <ac:spMk id="33" creationId="{24665D22-5B3E-4C97-8E25-36EC7395BEE2}"/>
          </ac:spMkLst>
        </pc:spChg>
        <pc:spChg chg="mod">
          <ac:chgData name="Arslan Ay, Sakire" userId="732d719b-63b4-4597-8524-2c64f9ea8d4f" providerId="ADAL" clId="{AD94AFB9-4343-4173-95BA-CD697D4C0046}" dt="2022-03-29T21:29:28.592" v="2723" actId="1076"/>
          <ac:spMkLst>
            <pc:docMk/>
            <pc:sldMk cId="2624723235" sldId="609"/>
            <ac:spMk id="34" creationId="{53D47518-32CC-43D5-90C5-1A6C6F76584F}"/>
          </ac:spMkLst>
        </pc:spChg>
        <pc:spChg chg="mod">
          <ac:chgData name="Arslan Ay, Sakire" userId="732d719b-63b4-4597-8524-2c64f9ea8d4f" providerId="ADAL" clId="{AD94AFB9-4343-4173-95BA-CD697D4C0046}" dt="2022-03-29T21:20:22.313" v="2427" actId="14100"/>
          <ac:spMkLst>
            <pc:docMk/>
            <pc:sldMk cId="2624723235" sldId="609"/>
            <ac:spMk id="38" creationId="{5D5A1893-86D9-4886-B713-DFA6A16A75E7}"/>
          </ac:spMkLst>
        </pc:spChg>
        <pc:spChg chg="mod topLvl">
          <ac:chgData name="Arslan Ay, Sakire" userId="732d719b-63b4-4597-8524-2c64f9ea8d4f" providerId="ADAL" clId="{AD94AFB9-4343-4173-95BA-CD697D4C0046}" dt="2022-03-29T21:28:34.052" v="2710" actId="164"/>
          <ac:spMkLst>
            <pc:docMk/>
            <pc:sldMk cId="2624723235" sldId="609"/>
            <ac:spMk id="41" creationId="{5ABE5616-809A-4EB8-B32B-03F51CFD4D23}"/>
          </ac:spMkLst>
        </pc:spChg>
        <pc:spChg chg="mod topLvl">
          <ac:chgData name="Arslan Ay, Sakire" userId="732d719b-63b4-4597-8524-2c64f9ea8d4f" providerId="ADAL" clId="{AD94AFB9-4343-4173-95BA-CD697D4C0046}" dt="2022-03-30T16:36:38.019" v="2858" actId="20577"/>
          <ac:spMkLst>
            <pc:docMk/>
            <pc:sldMk cId="2624723235" sldId="609"/>
            <ac:spMk id="42" creationId="{BC1756CC-7E07-4AFF-BA9F-EF8C7E5014D9}"/>
          </ac:spMkLst>
        </pc:spChg>
        <pc:spChg chg="add mod">
          <ac:chgData name="Arslan Ay, Sakire" userId="732d719b-63b4-4597-8524-2c64f9ea8d4f" providerId="ADAL" clId="{AD94AFB9-4343-4173-95BA-CD697D4C0046}" dt="2022-03-30T16:36:56.437" v="2863" actId="14100"/>
          <ac:spMkLst>
            <pc:docMk/>
            <pc:sldMk cId="2624723235" sldId="609"/>
            <ac:spMk id="47" creationId="{BD1FDE34-5597-49EB-BDC9-EB53C097F762}"/>
          </ac:spMkLst>
        </pc:spChg>
        <pc:spChg chg="mod">
          <ac:chgData name="Arslan Ay, Sakire" userId="732d719b-63b4-4597-8524-2c64f9ea8d4f" providerId="ADAL" clId="{AD94AFB9-4343-4173-95BA-CD697D4C0046}" dt="2022-03-29T21:24:28.041" v="2585" actId="14100"/>
          <ac:spMkLst>
            <pc:docMk/>
            <pc:sldMk cId="2624723235" sldId="609"/>
            <ac:spMk id="56" creationId="{D484AFA8-EB77-4020-B687-D7D793AFABCB}"/>
          </ac:spMkLst>
        </pc:spChg>
        <pc:spChg chg="mod">
          <ac:chgData name="Arslan Ay, Sakire" userId="732d719b-63b4-4597-8524-2c64f9ea8d4f" providerId="ADAL" clId="{AD94AFB9-4343-4173-95BA-CD697D4C0046}" dt="2022-03-29T21:24:32.035" v="2586" actId="1076"/>
          <ac:spMkLst>
            <pc:docMk/>
            <pc:sldMk cId="2624723235" sldId="609"/>
            <ac:spMk id="57" creationId="{1D26E042-BF6A-41C4-85B0-DD97ECADACA4}"/>
          </ac:spMkLst>
        </pc:spChg>
        <pc:spChg chg="mod">
          <ac:chgData name="Arslan Ay, Sakire" userId="732d719b-63b4-4597-8524-2c64f9ea8d4f" providerId="ADAL" clId="{AD94AFB9-4343-4173-95BA-CD697D4C0046}" dt="2022-03-29T21:26:23.267" v="2651" actId="1076"/>
          <ac:spMkLst>
            <pc:docMk/>
            <pc:sldMk cId="2624723235" sldId="609"/>
            <ac:spMk id="62" creationId="{BC993BB0-B3EE-409F-B32B-7DF3842CEEA6}"/>
          </ac:spMkLst>
        </pc:spChg>
        <pc:spChg chg="mod">
          <ac:chgData name="Arslan Ay, Sakire" userId="732d719b-63b4-4597-8524-2c64f9ea8d4f" providerId="ADAL" clId="{AD94AFB9-4343-4173-95BA-CD697D4C0046}" dt="2022-03-29T21:14:07.208" v="2411" actId="20577"/>
          <ac:spMkLst>
            <pc:docMk/>
            <pc:sldMk cId="2624723235" sldId="609"/>
            <ac:spMk id="9220" creationId="{00000000-0000-0000-0000-000000000000}"/>
          </ac:spMkLst>
        </pc:spChg>
        <pc:grpChg chg="add mod">
          <ac:chgData name="Arslan Ay, Sakire" userId="732d719b-63b4-4597-8524-2c64f9ea8d4f" providerId="ADAL" clId="{AD94AFB9-4343-4173-95BA-CD697D4C0046}" dt="2022-03-29T21:28:34.052" v="2710" actId="164"/>
          <ac:grpSpMkLst>
            <pc:docMk/>
            <pc:sldMk cId="2624723235" sldId="609"/>
            <ac:grpSpMk id="9221" creationId="{9A011D47-1BF2-41C0-9F36-779AB8038D5D}"/>
          </ac:grpSpMkLst>
        </pc:grpChg>
        <pc:grpChg chg="add mod">
          <ac:chgData name="Arslan Ay, Sakire" userId="732d719b-63b4-4597-8524-2c64f9ea8d4f" providerId="ADAL" clId="{AD94AFB9-4343-4173-95BA-CD697D4C0046}" dt="2022-03-29T21:29:01" v="2713" actId="164"/>
          <ac:grpSpMkLst>
            <pc:docMk/>
            <pc:sldMk cId="2624723235" sldId="609"/>
            <ac:grpSpMk id="9222" creationId="{BFADAC43-A8B2-455A-BF46-AD6F51D6B02F}"/>
          </ac:grpSpMkLst>
        </pc:grpChg>
        <pc:grpChg chg="mod">
          <ac:chgData name="Arslan Ay, Sakire" userId="732d719b-63b4-4597-8524-2c64f9ea8d4f" providerId="ADAL" clId="{AD94AFB9-4343-4173-95BA-CD697D4C0046}" dt="2022-03-29T21:22:36.998" v="2526" actId="1076"/>
          <ac:grpSpMkLst>
            <pc:docMk/>
            <pc:sldMk cId="2624723235" sldId="609"/>
            <ac:grpSpMk id="9228" creationId="{20CFCE50-FFFA-48F8-9907-644455459009}"/>
          </ac:grpSpMkLst>
        </pc:grpChg>
        <pc:grpChg chg="mod">
          <ac:chgData name="Arslan Ay, Sakire" userId="732d719b-63b4-4597-8524-2c64f9ea8d4f" providerId="ADAL" clId="{AD94AFB9-4343-4173-95BA-CD697D4C0046}" dt="2022-03-29T21:28:34.052" v="2710" actId="164"/>
          <ac:grpSpMkLst>
            <pc:docMk/>
            <pc:sldMk cId="2624723235" sldId="609"/>
            <ac:grpSpMk id="9229" creationId="{20326566-4077-42E6-86E3-17C7C5A32EB2}"/>
          </ac:grpSpMkLst>
        </pc:grpChg>
        <pc:grpChg chg="del mod">
          <ac:chgData name="Arslan Ay, Sakire" userId="732d719b-63b4-4597-8524-2c64f9ea8d4f" providerId="ADAL" clId="{AD94AFB9-4343-4173-95BA-CD697D4C0046}" dt="2022-03-29T21:28:22.998" v="2709" actId="165"/>
          <ac:grpSpMkLst>
            <pc:docMk/>
            <pc:sldMk cId="2624723235" sldId="609"/>
            <ac:grpSpMk id="9230" creationId="{ADB5EDF0-BF67-4968-BC9C-BD1BFA278047}"/>
          </ac:grpSpMkLst>
        </pc:grpChg>
        <pc:cxnChg chg="mod">
          <ac:chgData name="Arslan Ay, Sakire" userId="732d719b-63b4-4597-8524-2c64f9ea8d4f" providerId="ADAL" clId="{AD94AFB9-4343-4173-95BA-CD697D4C0046}" dt="2022-03-29T21:26:17.755" v="2650" actId="1076"/>
          <ac:cxnSpMkLst>
            <pc:docMk/>
            <pc:sldMk cId="2624723235" sldId="609"/>
            <ac:cxnSpMk id="8" creationId="{BA1F7766-5BE7-41C6-8F2A-BBC426E170DA}"/>
          </ac:cxnSpMkLst>
        </pc:cxnChg>
        <pc:cxnChg chg="mod topLvl">
          <ac:chgData name="Arslan Ay, Sakire" userId="732d719b-63b4-4597-8524-2c64f9ea8d4f" providerId="ADAL" clId="{AD94AFB9-4343-4173-95BA-CD697D4C0046}" dt="2022-03-29T21:29:01" v="2713" actId="164"/>
          <ac:cxnSpMkLst>
            <pc:docMk/>
            <pc:sldMk cId="2624723235" sldId="609"/>
            <ac:cxnSpMk id="43" creationId="{84083C3A-29E0-4DF9-A9DE-FFFC9D81B98C}"/>
          </ac:cxnSpMkLst>
        </pc:cxnChg>
        <pc:cxnChg chg="add mod">
          <ac:chgData name="Arslan Ay, Sakire" userId="732d719b-63b4-4597-8524-2c64f9ea8d4f" providerId="ADAL" clId="{AD94AFB9-4343-4173-95BA-CD697D4C0046}" dt="2022-03-30T16:36:56.437" v="2863" actId="14100"/>
          <ac:cxnSpMkLst>
            <pc:docMk/>
            <pc:sldMk cId="2624723235" sldId="609"/>
            <ac:cxnSpMk id="48" creationId="{F3810CCC-68B0-415E-9833-6FC6B9B6CF70}"/>
          </ac:cxnSpMkLst>
        </pc:cxnChg>
        <pc:cxnChg chg="mod">
          <ac:chgData name="Arslan Ay, Sakire" userId="732d719b-63b4-4597-8524-2c64f9ea8d4f" providerId="ADAL" clId="{AD94AFB9-4343-4173-95BA-CD697D4C0046}" dt="2022-03-29T21:24:34.501" v="2587" actId="1076"/>
          <ac:cxnSpMkLst>
            <pc:docMk/>
            <pc:sldMk cId="2624723235" sldId="609"/>
            <ac:cxnSpMk id="58" creationId="{625749E8-56AB-41DA-A415-B79C1CB646CD}"/>
          </ac:cxnSpMkLst>
        </pc:cxnChg>
        <pc:cxnChg chg="mod">
          <ac:chgData name="Arslan Ay, Sakire" userId="732d719b-63b4-4597-8524-2c64f9ea8d4f" providerId="ADAL" clId="{AD94AFB9-4343-4173-95BA-CD697D4C0046}" dt="2022-03-29T21:28:18.714" v="2708" actId="14100"/>
          <ac:cxnSpMkLst>
            <pc:docMk/>
            <pc:sldMk cId="2624723235" sldId="609"/>
            <ac:cxnSpMk id="63" creationId="{642EC747-882F-47F5-9A1B-9BA2A6CFA78E}"/>
          </ac:cxnSpMkLst>
        </pc:cxnChg>
      </pc:sldChg>
    </pc:docChg>
  </pc:docChgLst>
  <pc:docChgLst>
    <pc:chgData name="Arslan Ay, Sakire" userId="732d719b-63b4-4597-8524-2c64f9ea8d4f" providerId="ADAL" clId="{62CB4411-11C1-460C-ADE8-26AABC22984E}"/>
    <pc:docChg chg="undo redo custSel addSld delSld modSld sldOrd">
      <pc:chgData name="Arslan Ay, Sakire" userId="732d719b-63b4-4597-8524-2c64f9ea8d4f" providerId="ADAL" clId="{62CB4411-11C1-460C-ADE8-26AABC22984E}" dt="2021-04-26T14:53:35.878" v="1687" actId="6549"/>
      <pc:docMkLst>
        <pc:docMk/>
      </pc:docMkLst>
      <pc:sldChg chg="delSp modSp mod modClrScheme chgLayout">
        <pc:chgData name="Arslan Ay, Sakire" userId="732d719b-63b4-4597-8524-2c64f9ea8d4f" providerId="ADAL" clId="{62CB4411-11C1-460C-ADE8-26AABC22984E}" dt="2021-04-26T11:44:44.189" v="35" actId="478"/>
        <pc:sldMkLst>
          <pc:docMk/>
          <pc:sldMk cId="2428821721" sldId="281"/>
        </pc:sldMkLst>
        <pc:spChg chg="mod ord">
          <ac:chgData name="Arslan Ay, Sakire" userId="732d719b-63b4-4597-8524-2c64f9ea8d4f" providerId="ADAL" clId="{62CB4411-11C1-460C-ADE8-26AABC22984E}" dt="2021-04-26T11:44:35.685" v="34" actId="6549"/>
          <ac:spMkLst>
            <pc:docMk/>
            <pc:sldMk cId="2428821721" sldId="281"/>
            <ac:spMk id="2" creationId="{00000000-0000-0000-0000-000000000000}"/>
          </ac:spMkLst>
        </pc:spChg>
        <pc:spChg chg="mod ord">
          <ac:chgData name="Arslan Ay, Sakire" userId="732d719b-63b4-4597-8524-2c64f9ea8d4f" providerId="ADAL" clId="{62CB4411-11C1-460C-ADE8-26AABC22984E}" dt="2021-04-26T11:44:12.189" v="6" actId="700"/>
          <ac:spMkLst>
            <pc:docMk/>
            <pc:sldMk cId="2428821721" sldId="281"/>
            <ac:spMk id="3" creationId="{00000000-0000-0000-0000-000000000000}"/>
          </ac:spMkLst>
        </pc:spChg>
        <pc:spChg chg="del">
          <ac:chgData name="Arslan Ay, Sakire" userId="732d719b-63b4-4597-8524-2c64f9ea8d4f" providerId="ADAL" clId="{62CB4411-11C1-460C-ADE8-26AABC22984E}" dt="2021-04-26T11:44:44.189" v="35" actId="478"/>
          <ac:spMkLst>
            <pc:docMk/>
            <pc:sldMk cId="2428821721" sldId="281"/>
            <ac:spMk id="4" creationId="{00000000-0000-0000-0000-000000000000}"/>
          </ac:spMkLst>
        </pc:spChg>
      </pc:sldChg>
      <pc:sldChg chg="del">
        <pc:chgData name="Arslan Ay, Sakire" userId="732d719b-63b4-4597-8524-2c64f9ea8d4f" providerId="ADAL" clId="{62CB4411-11C1-460C-ADE8-26AABC22984E}" dt="2021-04-26T11:43:27.718" v="1" actId="47"/>
        <pc:sldMkLst>
          <pc:docMk/>
          <pc:sldMk cId="3254685767" sldId="295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28886369" sldId="297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4080925607" sldId="298"/>
        </pc:sldMkLst>
      </pc:sldChg>
      <pc:sldChg chg="addSp delSp modSp mod">
        <pc:chgData name="Arslan Ay, Sakire" userId="732d719b-63b4-4597-8524-2c64f9ea8d4f" providerId="ADAL" clId="{62CB4411-11C1-460C-ADE8-26AABC22984E}" dt="2021-04-26T14:28:06.431" v="1514" actId="1076"/>
        <pc:sldMkLst>
          <pc:docMk/>
          <pc:sldMk cId="1096459271" sldId="299"/>
        </pc:sldMkLst>
        <pc:spChg chg="mod">
          <ac:chgData name="Arslan Ay, Sakire" userId="732d719b-63b4-4597-8524-2c64f9ea8d4f" providerId="ADAL" clId="{62CB4411-11C1-460C-ADE8-26AABC22984E}" dt="2021-04-26T14:27:59.437" v="1512" actId="6549"/>
          <ac:spMkLst>
            <pc:docMk/>
            <pc:sldMk cId="1096459271" sldId="299"/>
            <ac:spMk id="2" creationId="{00000000-0000-0000-0000-000000000000}"/>
          </ac:spMkLst>
        </pc:spChg>
        <pc:spChg chg="mod">
          <ac:chgData name="Arslan Ay, Sakire" userId="732d719b-63b4-4597-8524-2c64f9ea8d4f" providerId="ADAL" clId="{62CB4411-11C1-460C-ADE8-26AABC22984E}" dt="2021-04-26T14:28:03.763" v="1513" actId="1076"/>
          <ac:spMkLst>
            <pc:docMk/>
            <pc:sldMk cId="1096459271" sldId="299"/>
            <ac:spMk id="3" creationId="{00000000-0000-0000-0000-000000000000}"/>
          </ac:spMkLst>
        </pc:spChg>
        <pc:spChg chg="add mod">
          <ac:chgData name="Arslan Ay, Sakire" userId="732d719b-63b4-4597-8524-2c64f9ea8d4f" providerId="ADAL" clId="{62CB4411-11C1-460C-ADE8-26AABC22984E}" dt="2021-04-26T14:28:06.431" v="1514" actId="1076"/>
          <ac:spMkLst>
            <pc:docMk/>
            <pc:sldMk cId="1096459271" sldId="299"/>
            <ac:spMk id="5" creationId="{5F992DB4-4B7A-4B22-A329-6FFD9680AC29}"/>
          </ac:spMkLst>
        </pc:spChg>
        <pc:spChg chg="add del mod">
          <ac:chgData name="Arslan Ay, Sakire" userId="732d719b-63b4-4597-8524-2c64f9ea8d4f" providerId="ADAL" clId="{62CB4411-11C1-460C-ADE8-26AABC22984E}" dt="2021-04-26T13:19:51.498" v="996"/>
          <ac:spMkLst>
            <pc:docMk/>
            <pc:sldMk cId="1096459271" sldId="299"/>
            <ac:spMk id="7" creationId="{2BFA0858-7864-4EF1-9427-5A51FA004FD6}"/>
          </ac:spMkLst>
        </pc:spChg>
      </pc:sldChg>
      <pc:sldChg chg="addSp delSp modSp mod">
        <pc:chgData name="Arslan Ay, Sakire" userId="732d719b-63b4-4597-8524-2c64f9ea8d4f" providerId="ADAL" clId="{62CB4411-11C1-460C-ADE8-26AABC22984E}" dt="2021-04-26T14:28:15.513" v="1518" actId="6549"/>
        <pc:sldMkLst>
          <pc:docMk/>
          <pc:sldMk cId="3791040948" sldId="300"/>
        </pc:sldMkLst>
        <pc:spChg chg="del">
          <ac:chgData name="Arslan Ay, Sakire" userId="732d719b-63b4-4597-8524-2c64f9ea8d4f" providerId="ADAL" clId="{62CB4411-11C1-460C-ADE8-26AABC22984E}" dt="2021-04-26T13:43:33.635" v="1224" actId="478"/>
          <ac:spMkLst>
            <pc:docMk/>
            <pc:sldMk cId="3791040948" sldId="300"/>
            <ac:spMk id="2" creationId="{00000000-0000-0000-0000-000000000000}"/>
          </ac:spMkLst>
        </pc:spChg>
        <pc:spChg chg="mod">
          <ac:chgData name="Arslan Ay, Sakire" userId="732d719b-63b4-4597-8524-2c64f9ea8d4f" providerId="ADAL" clId="{62CB4411-11C1-460C-ADE8-26AABC22984E}" dt="2021-04-26T14:22:49.998" v="1498" actId="1076"/>
          <ac:spMkLst>
            <pc:docMk/>
            <pc:sldMk cId="3791040948" sldId="300"/>
            <ac:spMk id="3" creationId="{00000000-0000-0000-0000-000000000000}"/>
          </ac:spMkLst>
        </pc:spChg>
        <pc:spChg chg="add mod">
          <ac:chgData name="Arslan Ay, Sakire" userId="732d719b-63b4-4597-8524-2c64f9ea8d4f" providerId="ADAL" clId="{62CB4411-11C1-460C-ADE8-26AABC22984E}" dt="2021-04-26T14:22:53.976" v="1501" actId="1035"/>
          <ac:spMkLst>
            <pc:docMk/>
            <pc:sldMk cId="3791040948" sldId="300"/>
            <ac:spMk id="5" creationId="{84A9A02A-606A-42AD-B567-06F60567078A}"/>
          </ac:spMkLst>
        </pc:spChg>
        <pc:spChg chg="add del mod">
          <ac:chgData name="Arslan Ay, Sakire" userId="732d719b-63b4-4597-8524-2c64f9ea8d4f" providerId="ADAL" clId="{62CB4411-11C1-460C-ADE8-26AABC22984E}" dt="2021-04-26T13:43:38.057" v="1226" actId="478"/>
          <ac:spMkLst>
            <pc:docMk/>
            <pc:sldMk cId="3791040948" sldId="300"/>
            <ac:spMk id="7" creationId="{ABFA0026-EF81-49DE-8DB5-4A0BA0895E2C}"/>
          </ac:spMkLst>
        </pc:spChg>
        <pc:spChg chg="add mod">
          <ac:chgData name="Arslan Ay, Sakire" userId="732d719b-63b4-4597-8524-2c64f9ea8d4f" providerId="ADAL" clId="{62CB4411-11C1-460C-ADE8-26AABC22984E}" dt="2021-04-26T14:28:15.513" v="1518" actId="6549"/>
          <ac:spMkLst>
            <pc:docMk/>
            <pc:sldMk cId="3791040948" sldId="300"/>
            <ac:spMk id="8" creationId="{E420605C-749D-492A-917F-1628598CEE87}"/>
          </ac:spMkLst>
        </pc:spChg>
      </pc:sldChg>
      <pc:sldChg chg="addSp delSp modSp mod">
        <pc:chgData name="Arslan Ay, Sakire" userId="732d719b-63b4-4597-8524-2c64f9ea8d4f" providerId="ADAL" clId="{62CB4411-11C1-460C-ADE8-26AABC22984E}" dt="2021-04-26T14:28:36.248" v="1535" actId="14100"/>
        <pc:sldMkLst>
          <pc:docMk/>
          <pc:sldMk cId="4033504117" sldId="301"/>
        </pc:sldMkLst>
        <pc:spChg chg="del">
          <ac:chgData name="Arslan Ay, Sakire" userId="732d719b-63b4-4597-8524-2c64f9ea8d4f" providerId="ADAL" clId="{62CB4411-11C1-460C-ADE8-26AABC22984E}" dt="2021-04-26T13:44:00.654" v="1231" actId="478"/>
          <ac:spMkLst>
            <pc:docMk/>
            <pc:sldMk cId="4033504117" sldId="301"/>
            <ac:spMk id="2" creationId="{00000000-0000-0000-0000-000000000000}"/>
          </ac:spMkLst>
        </pc:spChg>
        <pc:spChg chg="mod">
          <ac:chgData name="Arslan Ay, Sakire" userId="732d719b-63b4-4597-8524-2c64f9ea8d4f" providerId="ADAL" clId="{62CB4411-11C1-460C-ADE8-26AABC22984E}" dt="2021-04-26T14:28:23.863" v="1519" actId="14100"/>
          <ac:spMkLst>
            <pc:docMk/>
            <pc:sldMk cId="4033504117" sldId="301"/>
            <ac:spMk id="3" creationId="{00000000-0000-0000-0000-000000000000}"/>
          </ac:spMkLst>
        </pc:spChg>
        <pc:spChg chg="add mod">
          <ac:chgData name="Arslan Ay, Sakire" userId="732d719b-63b4-4597-8524-2c64f9ea8d4f" providerId="ADAL" clId="{62CB4411-11C1-460C-ADE8-26AABC22984E}" dt="2021-04-26T14:28:26.251" v="1520" actId="1076"/>
          <ac:spMkLst>
            <pc:docMk/>
            <pc:sldMk cId="4033504117" sldId="301"/>
            <ac:spMk id="5" creationId="{101FB7DE-2EBF-49B3-9018-F1C44625AE63}"/>
          </ac:spMkLst>
        </pc:spChg>
        <pc:spChg chg="add del mod">
          <ac:chgData name="Arslan Ay, Sakire" userId="732d719b-63b4-4597-8524-2c64f9ea8d4f" providerId="ADAL" clId="{62CB4411-11C1-460C-ADE8-26AABC22984E}" dt="2021-04-26T13:44:03.719" v="1233" actId="478"/>
          <ac:spMkLst>
            <pc:docMk/>
            <pc:sldMk cId="4033504117" sldId="301"/>
            <ac:spMk id="7" creationId="{6B8A92F0-F47D-4B4D-9F2C-C29D3DA742AA}"/>
          </ac:spMkLst>
        </pc:spChg>
        <pc:spChg chg="add mod">
          <ac:chgData name="Arslan Ay, Sakire" userId="732d719b-63b4-4597-8524-2c64f9ea8d4f" providerId="ADAL" clId="{62CB4411-11C1-460C-ADE8-26AABC22984E}" dt="2021-04-26T14:28:36.248" v="1535" actId="14100"/>
          <ac:spMkLst>
            <pc:docMk/>
            <pc:sldMk cId="4033504117" sldId="301"/>
            <ac:spMk id="8" creationId="{7B72634F-5179-46CB-BDF7-6D51786A6B0F}"/>
          </ac:spMkLst>
        </pc:spChg>
      </pc:sldChg>
      <pc:sldChg chg="addSp delSp modSp mod">
        <pc:chgData name="Arslan Ay, Sakire" userId="732d719b-63b4-4597-8524-2c64f9ea8d4f" providerId="ADAL" clId="{62CB4411-11C1-460C-ADE8-26AABC22984E}" dt="2021-04-26T14:28:48.299" v="1539" actId="14100"/>
        <pc:sldMkLst>
          <pc:docMk/>
          <pc:sldMk cId="3828486100" sldId="302"/>
        </pc:sldMkLst>
        <pc:spChg chg="del">
          <ac:chgData name="Arslan Ay, Sakire" userId="732d719b-63b4-4597-8524-2c64f9ea8d4f" providerId="ADAL" clId="{62CB4411-11C1-460C-ADE8-26AABC22984E}" dt="2021-04-26T13:44:22.292" v="1238" actId="478"/>
          <ac:spMkLst>
            <pc:docMk/>
            <pc:sldMk cId="3828486100" sldId="302"/>
            <ac:spMk id="2" creationId="{00000000-0000-0000-0000-000000000000}"/>
          </ac:spMkLst>
        </pc:spChg>
        <pc:spChg chg="mod">
          <ac:chgData name="Arslan Ay, Sakire" userId="732d719b-63b4-4597-8524-2c64f9ea8d4f" providerId="ADAL" clId="{62CB4411-11C1-460C-ADE8-26AABC22984E}" dt="2021-04-26T13:47:31.980" v="1255" actId="20577"/>
          <ac:spMkLst>
            <pc:docMk/>
            <pc:sldMk cId="3828486100" sldId="302"/>
            <ac:spMk id="3" creationId="{00000000-0000-0000-0000-000000000000}"/>
          </ac:spMkLst>
        </pc:spChg>
        <pc:spChg chg="add del mod">
          <ac:chgData name="Arslan Ay, Sakire" userId="732d719b-63b4-4597-8524-2c64f9ea8d4f" providerId="ADAL" clId="{62CB4411-11C1-460C-ADE8-26AABC22984E}" dt="2021-04-26T13:44:24.362" v="1239" actId="478"/>
          <ac:spMkLst>
            <pc:docMk/>
            <pc:sldMk cId="3828486100" sldId="302"/>
            <ac:spMk id="5" creationId="{DBDE576D-0B1F-4AAC-9A7D-705B8F78AA7F}"/>
          </ac:spMkLst>
        </pc:spChg>
        <pc:spChg chg="add mod">
          <ac:chgData name="Arslan Ay, Sakire" userId="732d719b-63b4-4597-8524-2c64f9ea8d4f" providerId="ADAL" clId="{62CB4411-11C1-460C-ADE8-26AABC22984E}" dt="2021-04-26T14:28:48.299" v="1539" actId="14100"/>
          <ac:spMkLst>
            <pc:docMk/>
            <pc:sldMk cId="3828486100" sldId="302"/>
            <ac:spMk id="7" creationId="{E930E488-20F6-4013-8B81-66188DD65FCD}"/>
          </ac:spMkLst>
        </pc:spChg>
        <pc:spChg chg="add mod">
          <ac:chgData name="Arslan Ay, Sakire" userId="732d719b-63b4-4597-8524-2c64f9ea8d4f" providerId="ADAL" clId="{62CB4411-11C1-460C-ADE8-26AABC22984E}" dt="2021-04-26T13:47:29.477" v="1254" actId="14100"/>
          <ac:spMkLst>
            <pc:docMk/>
            <pc:sldMk cId="3828486100" sldId="302"/>
            <ac:spMk id="8" creationId="{8FD49394-B30D-48B4-AFFF-A9990FB2A0AB}"/>
          </ac:spMkLst>
        </pc:spChg>
      </pc:sldChg>
      <pc:sldChg chg="addSp delSp modSp mod">
        <pc:chgData name="Arslan Ay, Sakire" userId="732d719b-63b4-4597-8524-2c64f9ea8d4f" providerId="ADAL" clId="{62CB4411-11C1-460C-ADE8-26AABC22984E}" dt="2021-04-26T14:29:03.160" v="1553" actId="6549"/>
        <pc:sldMkLst>
          <pc:docMk/>
          <pc:sldMk cId="149817032" sldId="303"/>
        </pc:sldMkLst>
        <pc:spChg chg="del">
          <ac:chgData name="Arslan Ay, Sakire" userId="732d719b-63b4-4597-8524-2c64f9ea8d4f" providerId="ADAL" clId="{62CB4411-11C1-460C-ADE8-26AABC22984E}" dt="2021-04-26T14:16:46.820" v="1446" actId="478"/>
          <ac:spMkLst>
            <pc:docMk/>
            <pc:sldMk cId="149817032" sldId="303"/>
            <ac:spMk id="2" creationId="{00000000-0000-0000-0000-000000000000}"/>
          </ac:spMkLst>
        </pc:spChg>
        <pc:spChg chg="mod">
          <ac:chgData name="Arslan Ay, Sakire" userId="732d719b-63b4-4597-8524-2c64f9ea8d4f" providerId="ADAL" clId="{62CB4411-11C1-460C-ADE8-26AABC22984E}" dt="2021-04-26T14:26:55.942" v="1502" actId="14100"/>
          <ac:spMkLst>
            <pc:docMk/>
            <pc:sldMk cId="149817032" sldId="303"/>
            <ac:spMk id="3" creationId="{00000000-0000-0000-0000-000000000000}"/>
          </ac:spMkLst>
        </pc:spChg>
        <pc:spChg chg="add del mod">
          <ac:chgData name="Arslan Ay, Sakire" userId="732d719b-63b4-4597-8524-2c64f9ea8d4f" providerId="ADAL" clId="{62CB4411-11C1-460C-ADE8-26AABC22984E}" dt="2021-04-26T14:16:49.602" v="1447" actId="478"/>
          <ac:spMkLst>
            <pc:docMk/>
            <pc:sldMk cId="149817032" sldId="303"/>
            <ac:spMk id="5" creationId="{F4BE3874-D04B-4CD2-AE56-52AD11CCCC3C}"/>
          </ac:spMkLst>
        </pc:spChg>
        <pc:spChg chg="mod">
          <ac:chgData name="Arslan Ay, Sakire" userId="732d719b-63b4-4597-8524-2c64f9ea8d4f" providerId="ADAL" clId="{62CB4411-11C1-460C-ADE8-26AABC22984E}" dt="2021-04-26T14:17:32.780" v="1464" actId="1076"/>
          <ac:spMkLst>
            <pc:docMk/>
            <pc:sldMk cId="149817032" sldId="303"/>
            <ac:spMk id="8" creationId="{00000000-0000-0000-0000-000000000000}"/>
          </ac:spMkLst>
        </pc:spChg>
        <pc:spChg chg="add mod">
          <ac:chgData name="Arslan Ay, Sakire" userId="732d719b-63b4-4597-8524-2c64f9ea8d4f" providerId="ADAL" clId="{62CB4411-11C1-460C-ADE8-26AABC22984E}" dt="2021-04-26T14:29:03.160" v="1553" actId="6549"/>
          <ac:spMkLst>
            <pc:docMk/>
            <pc:sldMk cId="149817032" sldId="303"/>
            <ac:spMk id="9" creationId="{69D3462D-D232-42B5-A6F7-0A678211FB59}"/>
          </ac:spMkLst>
        </pc:spChg>
        <pc:spChg chg="add mod">
          <ac:chgData name="Arslan Ay, Sakire" userId="732d719b-63b4-4597-8524-2c64f9ea8d4f" providerId="ADAL" clId="{62CB4411-11C1-460C-ADE8-26AABC22984E}" dt="2021-04-26T14:26:58.425" v="1503" actId="1076"/>
          <ac:spMkLst>
            <pc:docMk/>
            <pc:sldMk cId="149817032" sldId="303"/>
            <ac:spMk id="10" creationId="{BF58479E-8972-4C99-A319-BFDBEE7C3304}"/>
          </ac:spMkLst>
        </pc:spChg>
      </pc:sldChg>
      <pc:sldChg chg="addSp delSp modSp mod">
        <pc:chgData name="Arslan Ay, Sakire" userId="732d719b-63b4-4597-8524-2c64f9ea8d4f" providerId="ADAL" clId="{62CB4411-11C1-460C-ADE8-26AABC22984E}" dt="2021-04-26T14:29:29.442" v="1556" actId="14100"/>
        <pc:sldMkLst>
          <pc:docMk/>
          <pc:sldMk cId="3635108682" sldId="304"/>
        </pc:sldMkLst>
        <pc:spChg chg="del">
          <ac:chgData name="Arslan Ay, Sakire" userId="732d719b-63b4-4597-8524-2c64f9ea8d4f" providerId="ADAL" clId="{62CB4411-11C1-460C-ADE8-26AABC22984E}" dt="2021-04-26T14:27:21.590" v="1505" actId="478"/>
          <ac:spMkLst>
            <pc:docMk/>
            <pc:sldMk cId="3635108682" sldId="304"/>
            <ac:spMk id="2" creationId="{00000000-0000-0000-0000-000000000000}"/>
          </ac:spMkLst>
        </pc:spChg>
        <pc:spChg chg="mod">
          <ac:chgData name="Arslan Ay, Sakire" userId="732d719b-63b4-4597-8524-2c64f9ea8d4f" providerId="ADAL" clId="{62CB4411-11C1-460C-ADE8-26AABC22984E}" dt="2021-04-26T14:10:10.158" v="1441" actId="6549"/>
          <ac:spMkLst>
            <pc:docMk/>
            <pc:sldMk cId="3635108682" sldId="304"/>
            <ac:spMk id="3" creationId="{00000000-0000-0000-0000-000000000000}"/>
          </ac:spMkLst>
        </pc:spChg>
        <pc:spChg chg="add mod">
          <ac:chgData name="Arslan Ay, Sakire" userId="732d719b-63b4-4597-8524-2c64f9ea8d4f" providerId="ADAL" clId="{62CB4411-11C1-460C-ADE8-26AABC22984E}" dt="2021-04-26T14:15:48.911" v="1445" actId="14100"/>
          <ac:spMkLst>
            <pc:docMk/>
            <pc:sldMk cId="3635108682" sldId="304"/>
            <ac:spMk id="5" creationId="{A69CE53F-0378-466F-BAC0-EE4014261849}"/>
          </ac:spMkLst>
        </pc:spChg>
        <pc:spChg chg="add del mod">
          <ac:chgData name="Arslan Ay, Sakire" userId="732d719b-63b4-4597-8524-2c64f9ea8d4f" providerId="ADAL" clId="{62CB4411-11C1-460C-ADE8-26AABC22984E}" dt="2021-04-26T14:27:25.703" v="1506" actId="478"/>
          <ac:spMkLst>
            <pc:docMk/>
            <pc:sldMk cId="3635108682" sldId="304"/>
            <ac:spMk id="7" creationId="{AF378DD6-FA70-4BF1-A1DD-C43D01AAF3DB}"/>
          </ac:spMkLst>
        </pc:spChg>
        <pc:spChg chg="add mod">
          <ac:chgData name="Arslan Ay, Sakire" userId="732d719b-63b4-4597-8524-2c64f9ea8d4f" providerId="ADAL" clId="{62CB4411-11C1-460C-ADE8-26AABC22984E}" dt="2021-04-26T14:29:29.442" v="1556" actId="14100"/>
          <ac:spMkLst>
            <pc:docMk/>
            <pc:sldMk cId="3635108682" sldId="304"/>
            <ac:spMk id="8" creationId="{9E289E1C-9A8C-4973-8E66-A81C067E7646}"/>
          </ac:spMkLst>
        </pc:spChg>
      </pc:sldChg>
      <pc:sldChg chg="modSp mod">
        <pc:chgData name="Arslan Ay, Sakire" userId="732d719b-63b4-4597-8524-2c64f9ea8d4f" providerId="ADAL" clId="{62CB4411-11C1-460C-ADE8-26AABC22984E}" dt="2021-04-26T14:53:35.878" v="1687" actId="6549"/>
        <pc:sldMkLst>
          <pc:docMk/>
          <pc:sldMk cId="3535607876" sldId="305"/>
        </pc:sldMkLst>
        <pc:spChg chg="mod">
          <ac:chgData name="Arslan Ay, Sakire" userId="732d719b-63b4-4597-8524-2c64f9ea8d4f" providerId="ADAL" clId="{62CB4411-11C1-460C-ADE8-26AABC22984E}" dt="2021-04-26T14:53:35.878" v="1687" actId="6549"/>
          <ac:spMkLst>
            <pc:docMk/>
            <pc:sldMk cId="3535607876" sldId="305"/>
            <ac:spMk id="2" creationId="{00000000-0000-0000-0000-000000000000}"/>
          </ac:spMkLst>
        </pc:spChg>
      </pc:sldChg>
      <pc:sldChg chg="addSp delSp modSp new mod ord modNotesTx">
        <pc:chgData name="Arslan Ay, Sakire" userId="732d719b-63b4-4597-8524-2c64f9ea8d4f" providerId="ADAL" clId="{62CB4411-11C1-460C-ADE8-26AABC22984E}" dt="2021-04-26T12:43:05.427" v="580" actId="14100"/>
        <pc:sldMkLst>
          <pc:docMk/>
          <pc:sldMk cId="196664672" sldId="306"/>
        </pc:sldMkLst>
        <pc:spChg chg="mod">
          <ac:chgData name="Arslan Ay, Sakire" userId="732d719b-63b4-4597-8524-2c64f9ea8d4f" providerId="ADAL" clId="{62CB4411-11C1-460C-ADE8-26AABC22984E}" dt="2021-04-26T12:36:34.422" v="535" actId="20577"/>
          <ac:spMkLst>
            <pc:docMk/>
            <pc:sldMk cId="196664672" sldId="306"/>
            <ac:spMk id="2" creationId="{D85DBF59-15FD-4C3B-9CB1-F826C1AAF75D}"/>
          </ac:spMkLst>
        </pc:spChg>
        <pc:spChg chg="mod">
          <ac:chgData name="Arslan Ay, Sakire" userId="732d719b-63b4-4597-8524-2c64f9ea8d4f" providerId="ADAL" clId="{62CB4411-11C1-460C-ADE8-26AABC22984E}" dt="2021-04-26T12:41:20.371" v="577" actId="114"/>
          <ac:spMkLst>
            <pc:docMk/>
            <pc:sldMk cId="196664672" sldId="306"/>
            <ac:spMk id="3" creationId="{1A728C06-1600-49E4-9150-DF31A6D36419}"/>
          </ac:spMkLst>
        </pc:spChg>
        <pc:spChg chg="add mod">
          <ac:chgData name="Arslan Ay, Sakire" userId="732d719b-63b4-4597-8524-2c64f9ea8d4f" providerId="ADAL" clId="{62CB4411-11C1-460C-ADE8-26AABC22984E}" dt="2021-04-26T12:40:43.883" v="564"/>
          <ac:spMkLst>
            <pc:docMk/>
            <pc:sldMk cId="196664672" sldId="306"/>
            <ac:spMk id="5" creationId="{200ECAC4-383D-4D49-838E-BAC02AF26EFB}"/>
          </ac:spMkLst>
        </pc:spChg>
        <pc:spChg chg="add del mod">
          <ac:chgData name="Arslan Ay, Sakire" userId="732d719b-63b4-4597-8524-2c64f9ea8d4f" providerId="ADAL" clId="{62CB4411-11C1-460C-ADE8-26AABC22984E}" dt="2021-04-26T12:38:25.939" v="544" actId="478"/>
          <ac:spMkLst>
            <pc:docMk/>
            <pc:sldMk cId="196664672" sldId="306"/>
            <ac:spMk id="6" creationId="{E4048A1A-0924-4750-89D3-DC6990928C76}"/>
          </ac:spMkLst>
        </pc:spChg>
        <pc:spChg chg="add del mod">
          <ac:chgData name="Arslan Ay, Sakire" userId="732d719b-63b4-4597-8524-2c64f9ea8d4f" providerId="ADAL" clId="{62CB4411-11C1-460C-ADE8-26AABC22984E}" dt="2021-04-26T12:23:56.514" v="403"/>
          <ac:spMkLst>
            <pc:docMk/>
            <pc:sldMk cId="196664672" sldId="306"/>
            <ac:spMk id="7" creationId="{E0C64646-FA3C-4B79-A7C1-921EC13EC765}"/>
          </ac:spMkLst>
        </pc:spChg>
        <pc:spChg chg="add mod">
          <ac:chgData name="Arslan Ay, Sakire" userId="732d719b-63b4-4597-8524-2c64f9ea8d4f" providerId="ADAL" clId="{62CB4411-11C1-460C-ADE8-26AABC22984E}" dt="2021-04-26T12:43:05.427" v="580" actId="14100"/>
          <ac:spMkLst>
            <pc:docMk/>
            <pc:sldMk cId="196664672" sldId="306"/>
            <ac:spMk id="8" creationId="{B0E25221-20DD-4A9A-9A80-B2C1A6A73DF1}"/>
          </ac:spMkLst>
        </pc:spChg>
      </pc:sldChg>
      <pc:sldChg chg="del">
        <pc:chgData name="Arslan Ay, Sakire" userId="732d719b-63b4-4597-8524-2c64f9ea8d4f" providerId="ADAL" clId="{62CB4411-11C1-460C-ADE8-26AABC22984E}" dt="2021-04-26T11:43:27.718" v="1" actId="47"/>
        <pc:sldMkLst>
          <pc:docMk/>
          <pc:sldMk cId="1201098807" sldId="306"/>
        </pc:sldMkLst>
      </pc:sldChg>
      <pc:sldChg chg="del">
        <pc:chgData name="Arslan Ay, Sakire" userId="732d719b-63b4-4597-8524-2c64f9ea8d4f" providerId="ADAL" clId="{62CB4411-11C1-460C-ADE8-26AABC22984E}" dt="2021-04-26T11:43:27.718" v="1" actId="47"/>
        <pc:sldMkLst>
          <pc:docMk/>
          <pc:sldMk cId="2292650305" sldId="307"/>
        </pc:sldMkLst>
      </pc:sldChg>
      <pc:sldChg chg="modSp add mod ord">
        <pc:chgData name="Arslan Ay, Sakire" userId="732d719b-63b4-4597-8524-2c64f9ea8d4f" providerId="ADAL" clId="{62CB4411-11C1-460C-ADE8-26AABC22984E}" dt="2021-04-26T12:32:03.452" v="451"/>
        <pc:sldMkLst>
          <pc:docMk/>
          <pc:sldMk cId="3497524689" sldId="307"/>
        </pc:sldMkLst>
        <pc:spChg chg="mod">
          <ac:chgData name="Arslan Ay, Sakire" userId="732d719b-63b4-4597-8524-2c64f9ea8d4f" providerId="ADAL" clId="{62CB4411-11C1-460C-ADE8-26AABC22984E}" dt="2021-04-26T12:27:45.405" v="449" actId="20577"/>
          <ac:spMkLst>
            <pc:docMk/>
            <pc:sldMk cId="3497524689" sldId="307"/>
            <ac:spMk id="2" creationId="{D85DBF59-15FD-4C3B-9CB1-F826C1AAF75D}"/>
          </ac:spMkLst>
        </pc:spChg>
      </pc:sldChg>
      <pc:sldChg chg="del">
        <pc:chgData name="Arslan Ay, Sakire" userId="732d719b-63b4-4597-8524-2c64f9ea8d4f" providerId="ADAL" clId="{62CB4411-11C1-460C-ADE8-26AABC22984E}" dt="2021-04-26T11:43:27.718" v="1" actId="47"/>
        <pc:sldMkLst>
          <pc:docMk/>
          <pc:sldMk cId="3055341330" sldId="308"/>
        </pc:sldMkLst>
      </pc:sldChg>
      <pc:sldChg chg="delSp modSp add mod">
        <pc:chgData name="Arslan Ay, Sakire" userId="732d719b-63b4-4597-8524-2c64f9ea8d4f" providerId="ADAL" clId="{62CB4411-11C1-460C-ADE8-26AABC22984E}" dt="2021-04-26T12:17:19.919" v="372" actId="478"/>
        <pc:sldMkLst>
          <pc:docMk/>
          <pc:sldMk cId="3944748516" sldId="308"/>
        </pc:sldMkLst>
        <pc:spChg chg="mod">
          <ac:chgData name="Arslan Ay, Sakire" userId="732d719b-63b4-4597-8524-2c64f9ea8d4f" providerId="ADAL" clId="{62CB4411-11C1-460C-ADE8-26AABC22984E}" dt="2021-04-26T12:17:17.449" v="371" actId="6549"/>
          <ac:spMkLst>
            <pc:docMk/>
            <pc:sldMk cId="3944748516" sldId="308"/>
            <ac:spMk id="3" creationId="{1A728C06-1600-49E4-9150-DF31A6D36419}"/>
          </ac:spMkLst>
        </pc:spChg>
        <pc:spChg chg="del">
          <ac:chgData name="Arslan Ay, Sakire" userId="732d719b-63b4-4597-8524-2c64f9ea8d4f" providerId="ADAL" clId="{62CB4411-11C1-460C-ADE8-26AABC22984E}" dt="2021-04-26T12:17:19.919" v="372" actId="478"/>
          <ac:spMkLst>
            <pc:docMk/>
            <pc:sldMk cId="3944748516" sldId="308"/>
            <ac:spMk id="5" creationId="{200ECAC4-383D-4D49-838E-BAC02AF26EFB}"/>
          </ac:spMkLst>
        </pc:spChg>
      </pc:sldChg>
      <pc:sldChg chg="addSp delSp modSp add mod">
        <pc:chgData name="Arslan Ay, Sakire" userId="732d719b-63b4-4597-8524-2c64f9ea8d4f" providerId="ADAL" clId="{62CB4411-11C1-460C-ADE8-26AABC22984E}" dt="2021-04-26T12:58:22.140" v="703" actId="1036"/>
        <pc:sldMkLst>
          <pc:docMk/>
          <pc:sldMk cId="34760487" sldId="309"/>
        </pc:sldMkLst>
        <pc:spChg chg="mod">
          <ac:chgData name="Arslan Ay, Sakire" userId="732d719b-63b4-4597-8524-2c64f9ea8d4f" providerId="ADAL" clId="{62CB4411-11C1-460C-ADE8-26AABC22984E}" dt="2021-04-26T12:58:12.147" v="698" actId="20577"/>
          <ac:spMkLst>
            <pc:docMk/>
            <pc:sldMk cId="34760487" sldId="309"/>
            <ac:spMk id="3" creationId="{1A728C06-1600-49E4-9150-DF31A6D36419}"/>
          </ac:spMkLst>
        </pc:spChg>
        <pc:spChg chg="del">
          <ac:chgData name="Arslan Ay, Sakire" userId="732d719b-63b4-4597-8524-2c64f9ea8d4f" providerId="ADAL" clId="{62CB4411-11C1-460C-ADE8-26AABC22984E}" dt="2021-04-26T12:43:33.911" v="581" actId="478"/>
          <ac:spMkLst>
            <pc:docMk/>
            <pc:sldMk cId="34760487" sldId="309"/>
            <ac:spMk id="5" creationId="{200ECAC4-383D-4D49-838E-BAC02AF26EFB}"/>
          </ac:spMkLst>
        </pc:spChg>
        <pc:spChg chg="mod">
          <ac:chgData name="Arslan Ay, Sakire" userId="732d719b-63b4-4597-8524-2c64f9ea8d4f" providerId="ADAL" clId="{62CB4411-11C1-460C-ADE8-26AABC22984E}" dt="2021-04-26T12:56:29.041" v="650" actId="1076"/>
          <ac:spMkLst>
            <pc:docMk/>
            <pc:sldMk cId="34760487" sldId="309"/>
            <ac:spMk id="6" creationId="{E4048A1A-0924-4750-89D3-DC6990928C76}"/>
          </ac:spMkLst>
        </pc:spChg>
        <pc:spChg chg="add mod">
          <ac:chgData name="Arslan Ay, Sakire" userId="732d719b-63b4-4597-8524-2c64f9ea8d4f" providerId="ADAL" clId="{62CB4411-11C1-460C-ADE8-26AABC22984E}" dt="2021-04-26T12:58:22.140" v="703" actId="1036"/>
          <ac:spMkLst>
            <pc:docMk/>
            <pc:sldMk cId="34760487" sldId="309"/>
            <ac:spMk id="7" creationId="{6FA5415D-FDDB-497F-A254-E6A4D1B974A7}"/>
          </ac:spMkLst>
        </pc:spChg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302309863" sldId="309"/>
        </pc:sldMkLst>
      </pc:sldChg>
      <pc:sldChg chg="addSp delSp modSp add mod">
        <pc:chgData name="Arslan Ay, Sakire" userId="732d719b-63b4-4597-8524-2c64f9ea8d4f" providerId="ADAL" clId="{62CB4411-11C1-460C-ADE8-26AABC22984E}" dt="2021-04-26T14:53:07.265" v="1681" actId="1076"/>
        <pc:sldMkLst>
          <pc:docMk/>
          <pc:sldMk cId="663659822" sldId="310"/>
        </pc:sldMkLst>
        <pc:spChg chg="del">
          <ac:chgData name="Arslan Ay, Sakire" userId="732d719b-63b4-4597-8524-2c64f9ea8d4f" providerId="ADAL" clId="{62CB4411-11C1-460C-ADE8-26AABC22984E}" dt="2021-04-26T14:27:33.345" v="1508" actId="478"/>
          <ac:spMkLst>
            <pc:docMk/>
            <pc:sldMk cId="663659822" sldId="310"/>
            <ac:spMk id="2" creationId="{00000000-0000-0000-0000-000000000000}"/>
          </ac:spMkLst>
        </pc:spChg>
        <pc:spChg chg="mod">
          <ac:chgData name="Arslan Ay, Sakire" userId="732d719b-63b4-4597-8524-2c64f9ea8d4f" providerId="ADAL" clId="{62CB4411-11C1-460C-ADE8-26AABC22984E}" dt="2021-04-26T14:51:49.001" v="1670" actId="404"/>
          <ac:spMkLst>
            <pc:docMk/>
            <pc:sldMk cId="663659822" sldId="310"/>
            <ac:spMk id="3" creationId="{00000000-0000-0000-0000-000000000000}"/>
          </ac:spMkLst>
        </pc:spChg>
        <pc:spChg chg="mod">
          <ac:chgData name="Arslan Ay, Sakire" userId="732d719b-63b4-4597-8524-2c64f9ea8d4f" providerId="ADAL" clId="{62CB4411-11C1-460C-ADE8-26AABC22984E}" dt="2021-04-26T14:51:40.030" v="1668" actId="14100"/>
          <ac:spMkLst>
            <pc:docMk/>
            <pc:sldMk cId="663659822" sldId="310"/>
            <ac:spMk id="5" creationId="{A69CE53F-0378-466F-BAC0-EE4014261849}"/>
          </ac:spMkLst>
        </pc:spChg>
        <pc:spChg chg="add del mod">
          <ac:chgData name="Arslan Ay, Sakire" userId="732d719b-63b4-4597-8524-2c64f9ea8d4f" providerId="ADAL" clId="{62CB4411-11C1-460C-ADE8-26AABC22984E}" dt="2021-04-26T14:27:37.706" v="1510" actId="478"/>
          <ac:spMkLst>
            <pc:docMk/>
            <pc:sldMk cId="663659822" sldId="310"/>
            <ac:spMk id="7" creationId="{E78C0EF6-B15D-44C2-8390-23646433DAE6}"/>
          </ac:spMkLst>
        </pc:spChg>
        <pc:spChg chg="add mod">
          <ac:chgData name="Arslan Ay, Sakire" userId="732d719b-63b4-4597-8524-2c64f9ea8d4f" providerId="ADAL" clId="{62CB4411-11C1-460C-ADE8-26AABC22984E}" dt="2021-04-26T14:29:40.409" v="1559" actId="14100"/>
          <ac:spMkLst>
            <pc:docMk/>
            <pc:sldMk cId="663659822" sldId="310"/>
            <ac:spMk id="8" creationId="{B125E6F5-5492-4C7F-974D-7BE0272BD09D}"/>
          </ac:spMkLst>
        </pc:spChg>
        <pc:spChg chg="add mod">
          <ac:chgData name="Arslan Ay, Sakire" userId="732d719b-63b4-4597-8524-2c64f9ea8d4f" providerId="ADAL" clId="{62CB4411-11C1-460C-ADE8-26AABC22984E}" dt="2021-04-26T14:53:07.265" v="1681" actId="1076"/>
          <ac:spMkLst>
            <pc:docMk/>
            <pc:sldMk cId="663659822" sldId="310"/>
            <ac:spMk id="9" creationId="{C8753ED5-605A-46AC-A3F8-CB1138A5B226}"/>
          </ac:spMkLst>
        </pc:spChg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3222064662" sldId="310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859552154" sldId="311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3011363089" sldId="312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3963805524" sldId="313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1540691800" sldId="314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2539687117" sldId="315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3407586498" sldId="316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2469922354" sldId="317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3331945749" sldId="318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874870692" sldId="319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1255454694" sldId="320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234840156" sldId="321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2575978157" sldId="322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2352355689" sldId="323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527652791" sldId="324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4258891675" sldId="325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364981307" sldId="326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294078179" sldId="327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2008679071" sldId="328"/>
        </pc:sldMkLst>
      </pc:sldChg>
      <pc:sldChg chg="del">
        <pc:chgData name="Arslan Ay, Sakire" userId="732d719b-63b4-4597-8524-2c64f9ea8d4f" providerId="ADAL" clId="{62CB4411-11C1-460C-ADE8-26AABC22984E}" dt="2021-04-26T11:43:27.718" v="1" actId="47"/>
        <pc:sldMkLst>
          <pc:docMk/>
          <pc:sldMk cId="37251274" sldId="329"/>
        </pc:sldMkLst>
      </pc:sldChg>
      <pc:sldChg chg="del">
        <pc:chgData name="Arslan Ay, Sakire" userId="732d719b-63b4-4597-8524-2c64f9ea8d4f" providerId="ADAL" clId="{62CB4411-11C1-460C-ADE8-26AABC22984E}" dt="2021-04-26T11:43:27.718" v="1" actId="47"/>
        <pc:sldMkLst>
          <pc:docMk/>
          <pc:sldMk cId="380202016" sldId="330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3517240348" sldId="331"/>
        </pc:sldMkLst>
      </pc:sldChg>
      <pc:sldChg chg="del">
        <pc:chgData name="Arslan Ay, Sakire" userId="732d719b-63b4-4597-8524-2c64f9ea8d4f" providerId="ADAL" clId="{62CB4411-11C1-460C-ADE8-26AABC22984E}" dt="2021-04-26T11:45:35.816" v="37" actId="47"/>
        <pc:sldMkLst>
          <pc:docMk/>
          <pc:sldMk cId="1708359192" sldId="332"/>
        </pc:sldMkLst>
      </pc:sldChg>
      <pc:sldChg chg="del">
        <pc:chgData name="Arslan Ay, Sakire" userId="732d719b-63b4-4597-8524-2c64f9ea8d4f" providerId="ADAL" clId="{62CB4411-11C1-460C-ADE8-26AABC22984E}" dt="2021-04-26T11:44:55.221" v="36" actId="47"/>
        <pc:sldMkLst>
          <pc:docMk/>
          <pc:sldMk cId="2330301927" sldId="333"/>
        </pc:sldMkLst>
      </pc:sldChg>
      <pc:sldChg chg="del">
        <pc:chgData name="Arslan Ay, Sakire" userId="732d719b-63b4-4597-8524-2c64f9ea8d4f" providerId="ADAL" clId="{62CB4411-11C1-460C-ADE8-26AABC22984E}" dt="2021-04-26T11:43:27.718" v="1" actId="47"/>
        <pc:sldMkLst>
          <pc:docMk/>
          <pc:sldMk cId="3214428909" sldId="334"/>
        </pc:sldMkLst>
      </pc:sldChg>
    </pc:docChg>
  </pc:docChgLst>
  <pc:docChgLst>
    <pc:chgData name="Arslan Ay, Sakire" userId="732d719b-63b4-4597-8524-2c64f9ea8d4f" providerId="ADAL" clId="{13DA1769-3FE0-45EC-BEC4-30F46951106F}"/>
    <pc:docChg chg="undo custSel modSld">
      <pc:chgData name="Arslan Ay, Sakire" userId="732d719b-63b4-4597-8524-2c64f9ea8d4f" providerId="ADAL" clId="{13DA1769-3FE0-45EC-BEC4-30F46951106F}" dt="2020-10-22T22:53:17.396" v="63" actId="313"/>
      <pc:docMkLst>
        <pc:docMk/>
      </pc:docMkLst>
      <pc:sldChg chg="modSp mod">
        <pc:chgData name="Arslan Ay, Sakire" userId="732d719b-63b4-4597-8524-2c64f9ea8d4f" providerId="ADAL" clId="{13DA1769-3FE0-45EC-BEC4-30F46951106F}" dt="2020-10-08T22:41:54.991" v="3" actId="20577"/>
        <pc:sldMkLst>
          <pc:docMk/>
          <pc:sldMk cId="2428821721" sldId="281"/>
        </pc:sldMkLst>
        <pc:spChg chg="mod">
          <ac:chgData name="Arslan Ay, Sakire" userId="732d719b-63b4-4597-8524-2c64f9ea8d4f" providerId="ADAL" clId="{13DA1769-3FE0-45EC-BEC4-30F46951106F}" dt="2020-10-08T22:41:54.991" v="3" actId="20577"/>
          <ac:spMkLst>
            <pc:docMk/>
            <pc:sldMk cId="2428821721" sldId="281"/>
            <ac:spMk id="3" creationId="{00000000-0000-0000-0000-000000000000}"/>
          </ac:spMkLst>
        </pc:spChg>
      </pc:sldChg>
      <pc:sldChg chg="modNotesTx">
        <pc:chgData name="Arslan Ay, Sakire" userId="732d719b-63b4-4597-8524-2c64f9ea8d4f" providerId="ADAL" clId="{13DA1769-3FE0-45EC-BEC4-30F46951106F}" dt="2020-10-22T22:53:17.396" v="63" actId="313"/>
        <pc:sldMkLst>
          <pc:docMk/>
          <pc:sldMk cId="234840156" sldId="3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F13A2243-CFEF-488D-B829-4ED6C00425B3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31D9E13E-F74A-4EF5-8614-BD5CFF3B7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7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latin typeface="Palatino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7543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ACC0A-34D5-441D-A24D-182BCA682C8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58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https://composingprograms.com/pages/14-designing-functions.html</a:t>
            </a:r>
          </a:p>
          <a:p>
            <a:pPr algn="l"/>
            <a:r>
              <a:rPr lang="en-US" b="0" i="0" dirty="0">
                <a:solidFill>
                  <a:srgbClr val="484848"/>
                </a:solidFill>
                <a:effectLst/>
                <a:latin typeface="Helvetica Neue"/>
              </a:rPr>
              <a:t> We now turn to the topic of what makes a good function. Fundamentally, the qualities of good functions all reinforce the idea that functions are abstractions.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84848"/>
                </a:solidFill>
                <a:effectLst/>
                <a:latin typeface="Helvetica Neue"/>
              </a:rPr>
              <a:t>Each function should have exactly one job. That job should be identifiable with a short name and characterizable in a single line of text. Functions that perform multiple jobs in sequence should be divided into multiple functions.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484848"/>
                </a:solidFill>
                <a:effectLst/>
                <a:latin typeface="Helvetica Neue"/>
              </a:rPr>
              <a:t>Don't repeat yourself</a:t>
            </a:r>
            <a:r>
              <a:rPr lang="en-US" b="0" i="0" dirty="0">
                <a:solidFill>
                  <a:srgbClr val="484848"/>
                </a:solidFill>
                <a:effectLst/>
                <a:latin typeface="Helvetica Neue"/>
              </a:rPr>
              <a:t> is a central tenet of software engineering. The so-called DRY principle states that multiple fragments of code should not describe redundant logic. Instead, that logic should be implemented once, given a name, and applied multiple times. If you find yourself copying and pasting a block of code, you have probably found an opportunity for functional abstraction.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84848"/>
                </a:solidFill>
                <a:effectLst/>
                <a:latin typeface="Helvetica Neue"/>
              </a:rPr>
              <a:t>Functions should be defined generally. Squaring is not in the Python Library precisely because it is a special case of the pow function, which raises numbers to arbitrary powers.</a:t>
            </a:r>
          </a:p>
          <a:p>
            <a:pPr algn="l"/>
            <a:r>
              <a:rPr lang="en-US" b="0" i="0" dirty="0">
                <a:solidFill>
                  <a:srgbClr val="484848"/>
                </a:solidFill>
                <a:effectLst/>
                <a:latin typeface="Helvetica Neue"/>
              </a:rPr>
              <a:t>These guidelines improve the readability of code, reduce the number of errors, and often minimize the total amount of code written. Decomposing a complex task into concise functions is a skill that takes experience to master. Fortunately, Python provides several features to support your efforts.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E13E-F74A-4EF5-8614-BD5CFF3B7C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8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E13E-F74A-4EF5-8614-BD5CFF3B7C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95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412" tIns="0" rIns="19412" bIns="0" anchor="b"/>
          <a:lstStyle/>
          <a:p>
            <a:pPr algn="r"/>
            <a:r>
              <a:rPr lang="en-US" altLang="en-US" sz="1000" i="1"/>
              <a:t>3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703263"/>
            <a:ext cx="4632325" cy="3473450"/>
          </a:xfrm>
          <a:ln cap="flat"/>
        </p:spPr>
      </p:sp>
      <p:sp>
        <p:nvSpPr>
          <p:cNvPr id="10247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pPr rt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37936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E13E-F74A-4EF5-8614-BD5CFF3B7C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01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507"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[3, 1, 3, 1, 9]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D9E13E-F74A-4EF5-8614-BD5CFF3B7C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95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 map(</a:t>
            </a:r>
            <a:r>
              <a:rPr lang="en-US" dirty="0" err="1"/>
              <a:t>f,alist</a:t>
            </a:r>
            <a:r>
              <a:rPr lang="en-US" dirty="0"/>
              <a:t>): return [f(v) for v in </a:t>
            </a:r>
            <a:r>
              <a:rPr lang="en-US" dirty="0" err="1"/>
              <a:t>alist</a:t>
            </a:r>
            <a:r>
              <a:rPr lang="en-US" dirty="0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D9E13E-F74A-4EF5-8614-BD5CFF3B7C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49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a Google forms?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E13E-F74A-4EF5-8614-BD5CFF3B7C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26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E13E-F74A-4EF5-8614-BD5CFF3B7CC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85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412" tIns="0" rIns="19412" bIns="0" anchor="b"/>
          <a:lstStyle/>
          <a:p>
            <a:pPr algn="r"/>
            <a:r>
              <a:rPr lang="en-US" altLang="en-US" sz="1000" i="1"/>
              <a:t>3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703263"/>
            <a:ext cx="4632325" cy="3473450"/>
          </a:xfrm>
          <a:ln cap="flat"/>
        </p:spPr>
      </p:sp>
      <p:sp>
        <p:nvSpPr>
          <p:cNvPr id="10247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pPr rt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6919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412" tIns="0" rIns="19412" bIns="0" anchor="b"/>
          <a:lstStyle/>
          <a:p>
            <a:pPr algn="r"/>
            <a:r>
              <a:rPr lang="en-US" altLang="en-US" sz="1000" i="1"/>
              <a:t>3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703263"/>
            <a:ext cx="4632325" cy="3473450"/>
          </a:xfrm>
          <a:ln cap="flat"/>
        </p:spPr>
      </p:sp>
      <p:sp>
        <p:nvSpPr>
          <p:cNvPr id="10247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pPr rt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28871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412" tIns="0" rIns="19412" bIns="0" anchor="b"/>
          <a:lstStyle/>
          <a:p>
            <a:pPr algn="r"/>
            <a:r>
              <a:rPr lang="en-US" altLang="en-US" sz="1000" i="1"/>
              <a:t>3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703263"/>
            <a:ext cx="4632325" cy="3473450"/>
          </a:xfrm>
          <a:ln cap="flat"/>
        </p:spPr>
      </p:sp>
      <p:sp>
        <p:nvSpPr>
          <p:cNvPr id="10247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pPr rt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6789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412" tIns="0" rIns="19412" bIns="0" anchor="b"/>
          <a:lstStyle/>
          <a:p>
            <a:pPr algn="r"/>
            <a:r>
              <a:rPr lang="en-US" altLang="en-US" sz="1000" i="1"/>
              <a:t>3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177" tIns="46589" rIns="93177" bIns="46589" anchor="ctr"/>
          <a:lstStyle/>
          <a:p>
            <a:endParaRPr lang="en-US"/>
          </a:p>
        </p:txBody>
      </p:sp>
      <p:sp>
        <p:nvSpPr>
          <p:cNvPr id="102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703263"/>
            <a:ext cx="4632325" cy="3473450"/>
          </a:xfrm>
          <a:ln cap="flat"/>
        </p:spPr>
      </p:sp>
      <p:sp>
        <p:nvSpPr>
          <p:cNvPr id="10247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2005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E13E-F74A-4EF5-8614-BD5CFF3B7CC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67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E13E-F74A-4EF5-8614-BD5CFF3B7CC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35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0" y="6705600"/>
            <a:ext cx="9144000" cy="152400"/>
            <a:chOff x="-1" y="6705600"/>
            <a:chExt cx="9144001" cy="152400"/>
          </a:xfrm>
        </p:grpSpPr>
        <p:sp>
          <p:nvSpPr>
            <p:cNvPr id="8" name="Rectangle 7"/>
            <p:cNvSpPr/>
            <p:nvPr userDrawn="1"/>
          </p:nvSpPr>
          <p:spPr bwMode="ltGray">
            <a:xfrm>
              <a:off x="-1" y="6705600"/>
              <a:ext cx="4611689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 bwMode="ltGray">
            <a:xfrm>
              <a:off x="4572000" y="6705600"/>
              <a:ext cx="3116263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 bwMode="ltGray">
            <a:xfrm>
              <a:off x="7620000" y="6705600"/>
              <a:ext cx="1524000" cy="152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2" name="Picture 15" descr="wsuTLSig4cW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5715000"/>
            <a:ext cx="2170112" cy="805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696200" cy="9144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355  -  Spring 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355  -  Spring 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355  -  Spring 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355  -  Spring 2018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CptS45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1706" y="40341"/>
            <a:ext cx="1295400" cy="1035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355  -  Spring 2018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355  -  Spring 2018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CptS45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1706" y="40341"/>
            <a:ext cx="1295400" cy="1035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355  -  Spring 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355  -  Spring 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CptS45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1706" y="40341"/>
            <a:ext cx="1295400" cy="1035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355  -  Spring 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CptS45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1706" y="40341"/>
            <a:ext cx="1295400" cy="1035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355  -  Spring 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716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47800"/>
            <a:ext cx="38100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447800"/>
            <a:ext cx="3810000" cy="5105400"/>
          </a:xfrm>
        </p:spPr>
        <p:txBody>
          <a:bodyPr/>
          <a:lstStyle/>
          <a:p>
            <a:pPr lvl="0"/>
            <a:r>
              <a:rPr lang="en-US" noProof="0"/>
              <a:t>Click icon to add clip art</a:t>
            </a:r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79438"/>
            <a:ext cx="7531100" cy="812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3250" y="1533525"/>
            <a:ext cx="3948113" cy="452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03763" y="1533525"/>
            <a:ext cx="39497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03763" y="3871913"/>
            <a:ext cx="3949700" cy="218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355  -  Spring 2018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Introduction </a:t>
            </a:r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 bwMode="ltGray">
          <a:xfrm>
            <a:off x="0" y="0"/>
            <a:ext cx="8626475" cy="6031185"/>
          </a:xfrm>
          <a:prstGeom prst="roundRect">
            <a:avLst/>
          </a:prstGeom>
          <a:gradFill flip="none" rotWithShape="1">
            <a:gsLst>
              <a:gs pos="17000">
                <a:schemeClr val="tx2">
                  <a:lumMod val="20000"/>
                  <a:lumOff val="80000"/>
                </a:schemeClr>
              </a:gs>
              <a:gs pos="48000">
                <a:schemeClr val="bg1"/>
              </a:gs>
              <a:gs pos="59000">
                <a:schemeClr val="bg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z</a:t>
            </a:r>
          </a:p>
        </p:txBody>
      </p:sp>
      <p:sp>
        <p:nvSpPr>
          <p:cNvPr id="15" name="Rounded Rectangle 14"/>
          <p:cNvSpPr/>
          <p:nvPr/>
        </p:nvSpPr>
        <p:spPr bwMode="white">
          <a:xfrm>
            <a:off x="99359" y="66444"/>
            <a:ext cx="8547100" cy="59757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6200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5344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355  -  Spring 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Introduction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30D8F-2BFA-4EDA-B0CD-BDD65083BE7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0" y="6705600"/>
            <a:ext cx="9144000" cy="152400"/>
            <a:chOff x="-1" y="6705600"/>
            <a:chExt cx="9144001" cy="152400"/>
          </a:xfrm>
        </p:grpSpPr>
        <p:sp>
          <p:nvSpPr>
            <p:cNvPr id="8" name="Rectangle 7"/>
            <p:cNvSpPr/>
            <p:nvPr userDrawn="1"/>
          </p:nvSpPr>
          <p:spPr bwMode="ltGray">
            <a:xfrm>
              <a:off x="-1" y="6705600"/>
              <a:ext cx="4611689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 bwMode="ltGray">
            <a:xfrm>
              <a:off x="4572000" y="6705600"/>
              <a:ext cx="3116263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 bwMode="ltGray">
            <a:xfrm>
              <a:off x="7620000" y="6705600"/>
              <a:ext cx="1524000" cy="152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osingprograms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mposingprograms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eY0_ZconnSJezoKraThgndTC1yHxxuURsrhXDvMcBzefz7Sg/viewform?usp=sf_link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composingprograms.html#code=def%20make_multiplier%28n%29%3A%0A%20%20%20%20def%20multiplier%28x%29%3A%0A%20%20%20%20%20%20%20%20return%20x%20*%20n%0A%20%20%20%20return%20multiplier%0A%0A%23%20Multiplier%20of%205%0Atimesby5%20%3D%20make_multiplier%285%29%0A%0Atimesby5%289%29%20%23%20returns%20%3F&amp;cumulative=true&amp;curInstr=0&amp;mode=display&amp;origin=composingprograms.js&amp;py=3&amp;rawInputLstJSON=%5B%5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inyurl.com/pythontutorlink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composingprograms.html#code=def%20make_multiplier%28n%29%3A%0A%20%20%20%20def%20multiplier%28x%29%3A%0A%20%20%20%20%20%20%20%20return%20x%20*%20n%0A%20%20%20%20return%20multiplier%0A%0A%23%20Multiplier%20of%205%0Atimesby5%20%3D%20make_multiplier%285%29%0A%0Atimesby5%289%29%20%23%20returns%20%3F&amp;cumulative=true&amp;curInstr=0&amp;mode=display&amp;origin=composingprograms.js&amp;py=3&amp;rawInputLstJSON=%5B%5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inyurl.com/pythontutorlink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composingprograms.html#code=def%20make_multiplier%28n%29%3A%0A%20%20%20%20def%20multiplier%28x%29%3A%0A%20%20%20%20%20%20%20%20return%20x%20*%20n%0A%20%20%20%20return%20multiplier%0A%0A%23%20Multiplier%20of%205%0Atimesby5%20%3D%20make_multiplier%285%29%0A%0Atimesby5%289%29%20%23%20returns%20%3F&amp;cumulative=true&amp;curInstr=0&amp;mode=display&amp;origin=composingprograms.js&amp;py=3&amp;rawInputLstJSON=%5B%5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inyurl.com/pythontutorlink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10074" y="137452"/>
            <a:ext cx="8355204" cy="914400"/>
          </a:xfrm>
        </p:spPr>
        <p:txBody>
          <a:bodyPr/>
          <a:lstStyle/>
          <a:p>
            <a:r>
              <a:rPr lang="en-US" dirty="0"/>
              <a:t>Sakire Arslan Ay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94102" y="633311"/>
            <a:ext cx="3740931" cy="524672"/>
          </a:xfrm>
        </p:spPr>
        <p:txBody>
          <a:bodyPr>
            <a:normAutofit fontScale="62500" lnSpcReduction="20000"/>
          </a:bodyPr>
          <a:lstStyle/>
          <a:p>
            <a:pPr indent="0" eaLnBrk="1" hangingPunct="1">
              <a:buFont typeface="Arial" charset="0"/>
              <a:buNone/>
            </a:pPr>
            <a:endParaRPr lang="en-US" sz="2400" u="sng" dirty="0">
              <a:cs typeface="Times New Roman" pitchFamily="16" charset="0"/>
            </a:endParaRPr>
          </a:p>
          <a:p>
            <a:pPr indent="0" eaLnBrk="1" hangingPunct="1">
              <a:buFont typeface="Arial" charset="0"/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cs typeface="Times New Roman" pitchFamily="16" charset="0"/>
              </a:rPr>
              <a:t>You can call me Shakira. </a:t>
            </a:r>
          </a:p>
          <a:p>
            <a:pPr lvl="2"/>
            <a:endParaRPr lang="en-US" sz="2200" dirty="0"/>
          </a:p>
          <a:p>
            <a:pPr indent="0" eaLnBrk="1" hangingPunct="1">
              <a:spcBef>
                <a:spcPts val="600"/>
              </a:spcBef>
              <a:buFont typeface="Arial" charset="0"/>
              <a:buNone/>
            </a:pPr>
            <a:endParaRPr lang="en-US" sz="2400" dirty="0">
              <a:cs typeface="Times New Roman" pitchFamily="16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390935-82C4-4EEC-B652-9EA10D1A0531}"/>
              </a:ext>
            </a:extLst>
          </p:cNvPr>
          <p:cNvSpPr txBox="1">
            <a:spLocks/>
          </p:cNvSpPr>
          <p:nvPr/>
        </p:nvSpPr>
        <p:spPr>
          <a:xfrm>
            <a:off x="194769" y="1557810"/>
            <a:ext cx="4324259" cy="91440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0">
              <a:buNone/>
            </a:pPr>
            <a:r>
              <a:rPr lang="en-US" sz="1800" dirty="0">
                <a:cs typeface="Times New Roman" pitchFamily="16" charset="0"/>
              </a:rPr>
              <a:t>Scholarly Associate Professor,</a:t>
            </a:r>
          </a:p>
          <a:p>
            <a:pPr marL="182880" indent="0">
              <a:buNone/>
            </a:pPr>
            <a:r>
              <a:rPr lang="en-US" sz="1800" dirty="0">
                <a:cs typeface="Times New Roman" pitchFamily="16" charset="0"/>
              </a:rPr>
              <a:t>Coordinator for Software Engineering M.S. and B.S. programs</a:t>
            </a:r>
          </a:p>
        </p:txBody>
      </p:sp>
      <p:pic>
        <p:nvPicPr>
          <p:cNvPr id="9" name="Picture 8" descr="Cookie">
            <a:extLst>
              <a:ext uri="{FF2B5EF4-FFF2-40B4-BE49-F238E27FC236}">
                <a16:creationId xmlns:a16="http://schemas.microsoft.com/office/drawing/2014/main" id="{0F2AB215-4980-4242-A8E4-DDD7FA9E35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01"/>
          <a:stretch/>
        </p:blipFill>
        <p:spPr>
          <a:xfrm>
            <a:off x="6253474" y="983536"/>
            <a:ext cx="1313555" cy="1488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 picture containing cat, white, indoor, laying&#10;&#10;Description automatically generated">
            <a:extLst>
              <a:ext uri="{FF2B5EF4-FFF2-40B4-BE49-F238E27FC236}">
                <a16:creationId xmlns:a16="http://schemas.microsoft.com/office/drawing/2014/main" id="{015F5A8A-3CE2-40AC-827F-4C4DA9755C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87" b="35923"/>
          <a:stretch/>
        </p:blipFill>
        <p:spPr>
          <a:xfrm>
            <a:off x="7635676" y="1252559"/>
            <a:ext cx="1313555" cy="1219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 descr="A picture containing person, clothing, posing&#10;&#10;Description automatically generated">
            <a:extLst>
              <a:ext uri="{FF2B5EF4-FFF2-40B4-BE49-F238E27FC236}">
                <a16:creationId xmlns:a16="http://schemas.microsoft.com/office/drawing/2014/main" id="{FB320D30-BA08-4218-A1F8-D7FFD7BEC9D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78"/>
          <a:stretch/>
        </p:blipFill>
        <p:spPr>
          <a:xfrm>
            <a:off x="4587676" y="720805"/>
            <a:ext cx="1597152" cy="17514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A07B25-6CFF-43F2-BABB-1641247F118C}"/>
              </a:ext>
            </a:extLst>
          </p:cNvPr>
          <p:cNvSpPr txBox="1"/>
          <p:nvPr/>
        </p:nvSpPr>
        <p:spPr>
          <a:xfrm>
            <a:off x="6568876" y="713593"/>
            <a:ext cx="931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Cookie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0FF377-3DF4-48DD-84C3-9AD30D69BB8B}"/>
              </a:ext>
            </a:extLst>
          </p:cNvPr>
          <p:cNvSpPr txBox="1"/>
          <p:nvPr/>
        </p:nvSpPr>
        <p:spPr>
          <a:xfrm>
            <a:off x="7957478" y="944782"/>
            <a:ext cx="931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Snow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0864D84-6DD3-48D8-B54B-A376D5896D1B}"/>
              </a:ext>
            </a:extLst>
          </p:cNvPr>
          <p:cNvSpPr txBox="1">
            <a:spLocks/>
          </p:cNvSpPr>
          <p:nvPr/>
        </p:nvSpPr>
        <p:spPr>
          <a:xfrm>
            <a:off x="194770" y="2666999"/>
            <a:ext cx="4362463" cy="38326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lvl="2"/>
            <a:r>
              <a:rPr lang="en-US" sz="2200" dirty="0"/>
              <a:t>Education:</a:t>
            </a:r>
          </a:p>
          <a:p>
            <a:pPr marL="457200" lvl="3"/>
            <a:r>
              <a:rPr lang="en-US" sz="1800" dirty="0"/>
              <a:t>Ph.D. in Computer Science –       University of Southern California (2010)</a:t>
            </a:r>
          </a:p>
          <a:p>
            <a:pPr marL="457200" lvl="3"/>
            <a:r>
              <a:rPr lang="en-US" sz="1800" dirty="0"/>
              <a:t>M.S. in Computer Science –        University of Southern California (2004)</a:t>
            </a:r>
          </a:p>
          <a:p>
            <a:pPr marL="457200" lvl="3"/>
            <a:r>
              <a:rPr lang="en-US" sz="1800" dirty="0"/>
              <a:t>B.S. in Computer Engineering –     </a:t>
            </a:r>
            <a:r>
              <a:rPr lang="en-US" sz="1800" dirty="0" err="1"/>
              <a:t>Bogazici</a:t>
            </a:r>
            <a:r>
              <a:rPr lang="en-US" sz="1800" dirty="0"/>
              <a:t> University – Turkey (1999)</a:t>
            </a:r>
          </a:p>
          <a:p>
            <a:pPr marL="228600" lvl="2"/>
            <a:r>
              <a:rPr lang="en-US" sz="2200" dirty="0"/>
              <a:t>Research Interests:</a:t>
            </a:r>
          </a:p>
          <a:p>
            <a:pPr marL="457200" lvl="3"/>
            <a:r>
              <a:rPr lang="en-US" sz="1800" dirty="0"/>
              <a:t>Large-Scale Geospatial Data Management and Indexing</a:t>
            </a:r>
          </a:p>
          <a:p>
            <a:pPr marL="457200" lvl="3"/>
            <a:r>
              <a:rPr lang="en-US" sz="1800" dirty="0"/>
              <a:t>Sensor-Rich Video Annotation and Search</a:t>
            </a:r>
            <a:endParaRPr lang="en-US" sz="2400" dirty="0">
              <a:cs typeface="Times New Roman" pitchFamily="16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2379AFD-01E3-411A-BCFE-CD473F457330}"/>
              </a:ext>
            </a:extLst>
          </p:cNvPr>
          <p:cNvSpPr txBox="1">
            <a:spLocks/>
          </p:cNvSpPr>
          <p:nvPr/>
        </p:nvSpPr>
        <p:spPr>
          <a:xfrm>
            <a:off x="4656055" y="2666998"/>
            <a:ext cx="4293175" cy="38326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2"/>
            <a:r>
              <a:rPr lang="en-US" sz="2000" dirty="0"/>
              <a:t>Courses at Washington State University</a:t>
            </a:r>
          </a:p>
          <a:p>
            <a:pPr marL="457200" lvl="3"/>
            <a:r>
              <a:rPr lang="en-US" sz="1800" dirty="0"/>
              <a:t>Software Engineering I</a:t>
            </a:r>
          </a:p>
          <a:p>
            <a:pPr marL="457200" lvl="3"/>
            <a:r>
              <a:rPr lang="en-US" sz="1800" dirty="0"/>
              <a:t>Programming Language Design</a:t>
            </a:r>
          </a:p>
          <a:p>
            <a:pPr marL="457200" lvl="3"/>
            <a:r>
              <a:rPr lang="en-US" sz="1800" dirty="0"/>
              <a:t>Introduction to Database Systems</a:t>
            </a:r>
          </a:p>
          <a:p>
            <a:pPr marL="457200" lvl="3"/>
            <a:r>
              <a:rPr lang="en-US" sz="1800" dirty="0"/>
              <a:t>Software Design Project I (Capstone)</a:t>
            </a:r>
          </a:p>
          <a:p>
            <a:pPr marL="457200" lvl="3"/>
            <a:r>
              <a:rPr lang="en-US" sz="1800" dirty="0"/>
              <a:t>Software Design Project II (Capstone)</a:t>
            </a:r>
          </a:p>
          <a:p>
            <a:pPr marL="457200" lvl="3"/>
            <a:r>
              <a:rPr lang="en-US" sz="1800" dirty="0"/>
              <a:t>Software Design</a:t>
            </a:r>
          </a:p>
          <a:p>
            <a:pPr marL="685800" lvl="3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3487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040556"/>
            <a:ext cx="60198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Higher Order Functions and Function Closures</a:t>
            </a:r>
            <a:br>
              <a:rPr lang="en-US" dirty="0"/>
            </a:br>
            <a:r>
              <a:rPr lang="en-US" dirty="0"/>
              <a:t>(Python)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200400" y="3886200"/>
            <a:ext cx="3124200" cy="121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Sakire Arslan Ay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March 31, 2022</a:t>
            </a:r>
          </a:p>
        </p:txBody>
      </p:sp>
    </p:spTree>
    <p:extLst>
      <p:ext uri="{BB962C8B-B14F-4D97-AF65-F5344CB8AC3E}">
        <p14:creationId xmlns:p14="http://schemas.microsoft.com/office/powerpoint/2010/main" val="242882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72C0-2310-4428-AE5E-41899846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ACB7A-5163-4CC8-953D-DD91718AD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9159"/>
            <a:ext cx="8991600" cy="5105400"/>
          </a:xfrm>
        </p:spPr>
        <p:txBody>
          <a:bodyPr/>
          <a:lstStyle/>
          <a:p>
            <a:r>
              <a:rPr lang="en-US" sz="2400" dirty="0"/>
              <a:t>The qualities of good functions:</a:t>
            </a:r>
          </a:p>
          <a:p>
            <a:pPr lvl="1"/>
            <a:r>
              <a:rPr lang="en-US" sz="2400" dirty="0"/>
              <a:t>Each function should have exactly one job.</a:t>
            </a:r>
          </a:p>
          <a:p>
            <a:pPr lvl="1"/>
            <a:r>
              <a:rPr lang="en-US" sz="2400" dirty="0"/>
              <a:t>Multiple fragments of code should not describe redundant logic.</a:t>
            </a:r>
          </a:p>
          <a:p>
            <a:pPr lvl="2"/>
            <a:r>
              <a:rPr lang="en-US" sz="2000" dirty="0"/>
              <a:t>Don't repeat yourself; Implement a process just once, execute it many times.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34845-E524-47B7-BBEC-3BE8B1E8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70632-6CCE-4F8A-9B71-A9375382A0A6}"/>
              </a:ext>
            </a:extLst>
          </p:cNvPr>
          <p:cNvSpPr txBox="1"/>
          <p:nvPr/>
        </p:nvSpPr>
        <p:spPr>
          <a:xfrm>
            <a:off x="4800600" y="6171684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https://composingprograms.com</a:t>
            </a:r>
            <a:r>
              <a:rPr lang="en-US" dirty="0"/>
              <a:t>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DFC8B7-5542-40B0-B59D-DB20803E2000}"/>
              </a:ext>
            </a:extLst>
          </p:cNvPr>
          <p:cNvSpPr/>
          <p:nvPr/>
        </p:nvSpPr>
        <p:spPr bwMode="auto">
          <a:xfrm>
            <a:off x="652096" y="3322139"/>
            <a:ext cx="8034704" cy="238670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sorted(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'Python'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sorted([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sorted([(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)])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sorted([(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)], reverse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sorted([(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)], reverse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sorted([(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)], reverse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key=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t: t[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951524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B0FA-F243-4D7F-B0F1-75A7CD3F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00200"/>
            <a:ext cx="7772400" cy="1362075"/>
          </a:xfrm>
        </p:spPr>
        <p:txBody>
          <a:bodyPr/>
          <a:lstStyle/>
          <a:p>
            <a:r>
              <a:rPr lang="en-US" dirty="0"/>
              <a:t>Designing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AF0E-CEBA-451E-9410-876B5F2F8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895600"/>
            <a:ext cx="7772400" cy="28194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Generalization</a:t>
            </a:r>
          </a:p>
          <a:p>
            <a:pPr marL="571500" indent="-571500">
              <a:buFont typeface="Calibri" panose="020F0502020204030204" pitchFamily="34" charset="0"/>
              <a:buChar char="―"/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Generalizing patterns with arguments</a:t>
            </a:r>
          </a:p>
          <a:p>
            <a:pPr marL="571500" indent="-571500">
              <a:buFont typeface="Calibri" panose="020F0502020204030204" pitchFamily="34" charset="0"/>
              <a:buChar char="―"/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Generalizing over computational processes</a:t>
            </a:r>
          </a:p>
          <a:p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34482-27EE-44BC-A801-03829A39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9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B0FA-F243-4D7F-B0F1-75A7CD3F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86800" cy="914400"/>
          </a:xfrm>
        </p:spPr>
        <p:txBody>
          <a:bodyPr>
            <a:normAutofit/>
          </a:bodyPr>
          <a:lstStyle/>
          <a:p>
            <a:r>
              <a:rPr lang="en-US" dirty="0"/>
              <a:t>Generalizing Patterns with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AF0E-CEBA-451E-9410-876B5F2F8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32" y="1249088"/>
            <a:ext cx="8534400" cy="5105400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Shapes have similar are formulas.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34482-27EE-44BC-A801-03829A39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B6B18-F33D-45FB-8BFB-1E8505785265}"/>
              </a:ext>
            </a:extLst>
          </p:cNvPr>
          <p:cNvSpPr txBox="1"/>
          <p:nvPr/>
        </p:nvSpPr>
        <p:spPr>
          <a:xfrm>
            <a:off x="4800600" y="6171684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https://composingprograms.com</a:t>
            </a:r>
            <a:r>
              <a:rPr lang="en-US" dirty="0"/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0861D-8B5C-40CD-B6ED-FB3E0FB62B47}"/>
              </a:ext>
            </a:extLst>
          </p:cNvPr>
          <p:cNvSpPr txBox="1"/>
          <p:nvPr/>
        </p:nvSpPr>
        <p:spPr>
          <a:xfrm>
            <a:off x="685800" y="313691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Shape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E98CBB-FAEC-4A73-A107-F7B750A6B60A}"/>
              </a:ext>
            </a:extLst>
          </p:cNvPr>
          <p:cNvSpPr txBox="1"/>
          <p:nvPr/>
        </p:nvSpPr>
        <p:spPr>
          <a:xfrm>
            <a:off x="685800" y="473711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Area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C0E1FC-299B-4D08-B834-665219464E15}"/>
              </a:ext>
            </a:extLst>
          </p:cNvPr>
          <p:cNvCxnSpPr/>
          <p:nvPr/>
        </p:nvCxnSpPr>
        <p:spPr>
          <a:xfrm>
            <a:off x="685800" y="420371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BDB83F-4FAA-4411-9D4C-14851C43F4DD}"/>
              </a:ext>
            </a:extLst>
          </p:cNvPr>
          <p:cNvSpPr/>
          <p:nvPr/>
        </p:nvSpPr>
        <p:spPr bwMode="auto">
          <a:xfrm>
            <a:off x="2286000" y="2743200"/>
            <a:ext cx="1188720" cy="11887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E000CA-E772-4E31-A277-E7EF72CF9FC7}"/>
              </a:ext>
            </a:extLst>
          </p:cNvPr>
          <p:cNvSpPr txBox="1"/>
          <p:nvPr/>
        </p:nvSpPr>
        <p:spPr>
          <a:xfrm>
            <a:off x="2667000" y="3562588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9D4F2C-FB8C-4C16-9444-99A650FCD3E2}"/>
              </a:ext>
            </a:extLst>
          </p:cNvPr>
          <p:cNvCxnSpPr/>
          <p:nvPr/>
        </p:nvCxnSpPr>
        <p:spPr>
          <a:xfrm>
            <a:off x="2257125" y="4051310"/>
            <a:ext cx="1188720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949D87C-A6F5-4806-A955-3B275C827BD3}"/>
              </a:ext>
            </a:extLst>
          </p:cNvPr>
          <p:cNvSpPr/>
          <p:nvPr/>
        </p:nvSpPr>
        <p:spPr bwMode="auto">
          <a:xfrm>
            <a:off x="4206240" y="2743200"/>
            <a:ext cx="1188720" cy="118872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371616-A180-4F58-B6B7-E5BB64CF25B9}"/>
              </a:ext>
            </a:extLst>
          </p:cNvPr>
          <p:cNvSpPr txBox="1"/>
          <p:nvPr/>
        </p:nvSpPr>
        <p:spPr>
          <a:xfrm>
            <a:off x="4587240" y="3562588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4DC6CD-73B6-43B6-9150-CADDE4E48B46}"/>
              </a:ext>
            </a:extLst>
          </p:cNvPr>
          <p:cNvCxnSpPr>
            <a:cxnSpLocks/>
          </p:cNvCxnSpPr>
          <p:nvPr/>
        </p:nvCxnSpPr>
        <p:spPr>
          <a:xfrm flipV="1">
            <a:off x="4587240" y="3289310"/>
            <a:ext cx="213360" cy="574045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2CD1E0D-750B-4BC7-B251-A3993FEB54BE}"/>
              </a:ext>
            </a:extLst>
          </p:cNvPr>
          <p:cNvSpPr/>
          <p:nvPr/>
        </p:nvSpPr>
        <p:spPr bwMode="auto">
          <a:xfrm>
            <a:off x="6126480" y="2743200"/>
            <a:ext cx="1188720" cy="118872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C29C17-AB7F-4490-B89F-F465E51C2B4A}"/>
              </a:ext>
            </a:extLst>
          </p:cNvPr>
          <p:cNvSpPr txBox="1"/>
          <p:nvPr/>
        </p:nvSpPr>
        <p:spPr>
          <a:xfrm>
            <a:off x="6278880" y="3141220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CCAAEB-2EEC-4221-AFE2-BC57A52759B7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6322743" y="3346172"/>
            <a:ext cx="382857" cy="154076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FC1FFC2-E5CB-4C78-AB25-08C414A5EF66}"/>
              </a:ext>
            </a:extLst>
          </p:cNvPr>
          <p:cNvSpPr/>
          <p:nvPr/>
        </p:nvSpPr>
        <p:spPr bwMode="auto">
          <a:xfrm>
            <a:off x="6155355" y="3136910"/>
            <a:ext cx="1143000" cy="425677"/>
          </a:xfrm>
          <a:prstGeom prst="ellipse">
            <a:avLst/>
          </a:prstGeom>
          <a:noFill/>
          <a:ln w="31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E4EDD4-7905-4544-B708-BF8CB645E998}"/>
              </a:ext>
            </a:extLst>
          </p:cNvPr>
          <p:cNvSpPr/>
          <p:nvPr/>
        </p:nvSpPr>
        <p:spPr bwMode="auto">
          <a:xfrm>
            <a:off x="6667900" y="3289310"/>
            <a:ext cx="76200" cy="73152"/>
          </a:xfrm>
          <a:prstGeom prst="ellipse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BD9977-C2CB-444D-9F3D-F4B414AE1E34}"/>
              </a:ext>
            </a:extLst>
          </p:cNvPr>
          <p:cNvSpPr txBox="1"/>
          <p:nvPr/>
        </p:nvSpPr>
        <p:spPr>
          <a:xfrm>
            <a:off x="2341747" y="4747291"/>
            <a:ext cx="1019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1 * r 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197137-B25C-4CFB-940C-414F28EC85B8}"/>
              </a:ext>
            </a:extLst>
          </p:cNvPr>
          <p:cNvSpPr txBox="1"/>
          <p:nvPr/>
        </p:nvSpPr>
        <p:spPr>
          <a:xfrm>
            <a:off x="4290862" y="4765396"/>
            <a:ext cx="1019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π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* r 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036D57-48F9-45B5-9F99-4DF894A03D21}"/>
              </a:ext>
            </a:extLst>
          </p:cNvPr>
          <p:cNvSpPr txBox="1"/>
          <p:nvPr/>
        </p:nvSpPr>
        <p:spPr>
          <a:xfrm>
            <a:off x="6239977" y="4758042"/>
            <a:ext cx="1380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4 * </a:t>
            </a:r>
            <a:r>
              <a:rPr lang="el-GR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π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* r 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100329-CEA4-41CE-86C8-712F0A512286}"/>
              </a:ext>
            </a:extLst>
          </p:cNvPr>
          <p:cNvSpPr txBox="1"/>
          <p:nvPr/>
        </p:nvSpPr>
        <p:spPr>
          <a:xfrm>
            <a:off x="2341746" y="4740396"/>
            <a:ext cx="348515" cy="454670"/>
          </a:xfrm>
          <a:prstGeom prst="rect">
            <a:avLst/>
          </a:prstGeom>
          <a:solidFill>
            <a:schemeClr val="accent5">
              <a:alpha val="1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F7DA39-8658-42C1-91E4-69CE777E6EA2}"/>
              </a:ext>
            </a:extLst>
          </p:cNvPr>
          <p:cNvSpPr txBox="1"/>
          <p:nvPr/>
        </p:nvSpPr>
        <p:spPr>
          <a:xfrm>
            <a:off x="4329362" y="4758042"/>
            <a:ext cx="357338" cy="454670"/>
          </a:xfrm>
          <a:prstGeom prst="rect">
            <a:avLst/>
          </a:prstGeom>
          <a:solidFill>
            <a:schemeClr val="accent5">
              <a:alpha val="1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8B2C36-2973-4737-B17B-73D1D8E863D8}"/>
              </a:ext>
            </a:extLst>
          </p:cNvPr>
          <p:cNvSpPr txBox="1"/>
          <p:nvPr/>
        </p:nvSpPr>
        <p:spPr>
          <a:xfrm>
            <a:off x="6231828" y="4737110"/>
            <a:ext cx="826698" cy="454670"/>
          </a:xfrm>
          <a:prstGeom prst="rect">
            <a:avLst/>
          </a:prstGeom>
          <a:solidFill>
            <a:schemeClr val="accent5">
              <a:alpha val="1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1A09C-907C-4DF4-A6F7-91145FDF61C1}"/>
              </a:ext>
            </a:extLst>
          </p:cNvPr>
          <p:cNvSpPr txBox="1"/>
          <p:nvPr/>
        </p:nvSpPr>
        <p:spPr>
          <a:xfrm>
            <a:off x="626444" y="5650838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C00000"/>
              </a:buClr>
              <a:buFont typeface="Calibri" panose="020F0502020204030204" pitchFamily="34" charset="0"/>
              <a:buChar char="―"/>
            </a:pPr>
            <a:r>
              <a:rPr lang="en-US" sz="3200" dirty="0"/>
              <a:t>Demo!</a:t>
            </a:r>
          </a:p>
        </p:txBody>
      </p:sp>
    </p:spTree>
    <p:extLst>
      <p:ext uri="{BB962C8B-B14F-4D97-AF65-F5344CB8AC3E}">
        <p14:creationId xmlns:p14="http://schemas.microsoft.com/office/powerpoint/2010/main" val="316929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B0FA-F243-4D7F-B0F1-75A7CD3F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Generalizing over Computational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AF0E-CEBA-451E-9410-876B5F2F8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4967"/>
            <a:ext cx="85344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Common structure among problems –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34482-27EE-44BC-A801-03829A39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0861D-8B5C-40CD-B6ED-FB3E0FB62B47}"/>
              </a:ext>
            </a:extLst>
          </p:cNvPr>
          <p:cNvSpPr txBox="1"/>
          <p:nvPr/>
        </p:nvSpPr>
        <p:spPr>
          <a:xfrm>
            <a:off x="685800" y="1957222"/>
            <a:ext cx="441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add_to_all([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"""Adds 10 to each numeric value in given list."""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C0E1FC-299B-4D08-B834-665219464E15}"/>
              </a:ext>
            </a:extLst>
          </p:cNvPr>
          <p:cNvCxnSpPr/>
          <p:nvPr/>
        </p:nvCxnSpPr>
        <p:spPr>
          <a:xfrm>
            <a:off x="547036" y="18288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1A09C-907C-4DF4-A6F7-91145FDF61C1}"/>
              </a:ext>
            </a:extLst>
          </p:cNvPr>
          <p:cNvSpPr txBox="1"/>
          <p:nvPr/>
        </p:nvSpPr>
        <p:spPr>
          <a:xfrm>
            <a:off x="685800" y="6113288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C00000"/>
              </a:buClr>
              <a:buFont typeface="Calibri" panose="020F0502020204030204" pitchFamily="34" charset="0"/>
              <a:buChar char="―"/>
            </a:pPr>
            <a:r>
              <a:rPr lang="en-US" sz="3200" dirty="0"/>
              <a:t>Demo!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9A90B8-5777-435E-AB67-588C7A39F571}"/>
              </a:ext>
            </a:extLst>
          </p:cNvPr>
          <p:cNvSpPr txBox="1"/>
          <p:nvPr/>
        </p:nvSpPr>
        <p:spPr>
          <a:xfrm>
            <a:off x="6978716" y="2433643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CC767F-3F9C-4BDB-B48E-550D5DA7DF9A}"/>
              </a:ext>
            </a:extLst>
          </p:cNvPr>
          <p:cNvSpPr txBox="1"/>
          <p:nvPr/>
        </p:nvSpPr>
        <p:spPr>
          <a:xfrm>
            <a:off x="6236769" y="2440637"/>
            <a:ext cx="632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endParaRPr lang="en-US" sz="2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DFECE7-D6DA-47AB-855B-EDDC0CF00B3D}"/>
              </a:ext>
            </a:extLst>
          </p:cNvPr>
          <p:cNvSpPr txBox="1"/>
          <p:nvPr/>
        </p:nvSpPr>
        <p:spPr>
          <a:xfrm>
            <a:off x="6732068" y="1737913"/>
            <a:ext cx="3164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618E64B7-4058-407C-AD06-F6E661BA3D1A}"/>
              </a:ext>
            </a:extLst>
          </p:cNvPr>
          <p:cNvCxnSpPr>
            <a:stCxn id="32" idx="0"/>
          </p:cNvCxnSpPr>
          <p:nvPr/>
        </p:nvCxnSpPr>
        <p:spPr>
          <a:xfrm rot="16200000" flipH="1">
            <a:off x="6859118" y="2134718"/>
            <a:ext cx="73963" cy="685800"/>
          </a:xfrm>
          <a:prstGeom prst="curvedConnector4">
            <a:avLst>
              <a:gd name="adj1" fmla="val -191951"/>
              <a:gd name="adj2" fmla="val 969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2EF6A5F2-AE64-4296-BFAD-D58DA308A162}"/>
              </a:ext>
            </a:extLst>
          </p:cNvPr>
          <p:cNvCxnSpPr>
            <a:cxnSpLocks/>
            <a:stCxn id="32" idx="0"/>
            <a:endCxn id="27" idx="0"/>
          </p:cNvCxnSpPr>
          <p:nvPr/>
        </p:nvCxnSpPr>
        <p:spPr>
          <a:xfrm rot="5400000" flipH="1" flipV="1">
            <a:off x="7124411" y="1862432"/>
            <a:ext cx="6994" cy="1149416"/>
          </a:xfrm>
          <a:prstGeom prst="curvedConnector3">
            <a:avLst>
              <a:gd name="adj1" fmla="val 33685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F30B3EBA-95C9-41E7-A36F-367910ADCCA9}"/>
              </a:ext>
            </a:extLst>
          </p:cNvPr>
          <p:cNvCxnSpPr>
            <a:cxnSpLocks/>
            <a:stCxn id="32" idx="0"/>
          </p:cNvCxnSpPr>
          <p:nvPr/>
        </p:nvCxnSpPr>
        <p:spPr>
          <a:xfrm rot="16200000" flipH="1">
            <a:off x="7269643" y="1724194"/>
            <a:ext cx="6994" cy="1439881"/>
          </a:xfrm>
          <a:prstGeom prst="curvedConnector4">
            <a:avLst>
              <a:gd name="adj1" fmla="val -5332871"/>
              <a:gd name="adj2" fmla="val 1004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93B3D81-06AE-424C-BC0A-927579097EC1}"/>
              </a:ext>
            </a:extLst>
          </p:cNvPr>
          <p:cNvCxnSpPr/>
          <p:nvPr/>
        </p:nvCxnSpPr>
        <p:spPr>
          <a:xfrm>
            <a:off x="654116" y="32766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D472EE2-0B64-4656-B3C4-1442C1F79837}"/>
              </a:ext>
            </a:extLst>
          </p:cNvPr>
          <p:cNvSpPr txBox="1"/>
          <p:nvPr/>
        </p:nvSpPr>
        <p:spPr>
          <a:xfrm>
            <a:off x="685800" y="3329022"/>
            <a:ext cx="495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lower_all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['Python'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'IS'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"""Converts each string in given list to lowercase."""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78C0FD4-FCD2-4E7F-919A-660B85D83859}"/>
              </a:ext>
            </a:extLst>
          </p:cNvPr>
          <p:cNvSpPr txBox="1"/>
          <p:nvPr/>
        </p:nvSpPr>
        <p:spPr>
          <a:xfrm>
            <a:off x="685799" y="4767310"/>
            <a:ext cx="54711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length_of_all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['Python'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'IS'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"""Calculates the length of each string in the given list"""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79A6444-242A-4DE0-920D-6143B09B8FBE}"/>
              </a:ext>
            </a:extLst>
          </p:cNvPr>
          <p:cNvCxnSpPr/>
          <p:nvPr/>
        </p:nvCxnSpPr>
        <p:spPr>
          <a:xfrm>
            <a:off x="547036" y="47244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5C6F58E-181B-4B39-9DB4-2BDBBD0CE6FB}"/>
              </a:ext>
            </a:extLst>
          </p:cNvPr>
          <p:cNvCxnSpPr/>
          <p:nvPr/>
        </p:nvCxnSpPr>
        <p:spPr>
          <a:xfrm>
            <a:off x="533400" y="60198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8CF77E6-2029-424E-85D5-C20FA0316822}"/>
              </a:ext>
            </a:extLst>
          </p:cNvPr>
          <p:cNvSpPr txBox="1"/>
          <p:nvPr/>
        </p:nvSpPr>
        <p:spPr>
          <a:xfrm>
            <a:off x="6505473" y="4075281"/>
            <a:ext cx="2562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['Python','IS','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']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BA6610D-A7E1-4434-BB55-B2BB0BDB17ED}"/>
              </a:ext>
            </a:extLst>
          </p:cNvPr>
          <p:cNvSpPr txBox="1"/>
          <p:nvPr/>
        </p:nvSpPr>
        <p:spPr>
          <a:xfrm>
            <a:off x="5591073" y="4082668"/>
            <a:ext cx="1149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lower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A7D601FB-F222-4A72-8ED2-4A8C6A42E70A}"/>
              </a:ext>
            </a:extLst>
          </p:cNvPr>
          <p:cNvCxnSpPr>
            <a:cxnSpLocks/>
            <a:stCxn id="87" idx="0"/>
            <a:endCxn id="85" idx="0"/>
          </p:cNvCxnSpPr>
          <p:nvPr/>
        </p:nvCxnSpPr>
        <p:spPr>
          <a:xfrm rot="5400000" flipH="1" flipV="1">
            <a:off x="6972516" y="3268547"/>
            <a:ext cx="7387" cy="1620856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C0DBAC80-B6BA-4214-8086-4241AF6B7B5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17147" y="3569854"/>
            <a:ext cx="7387" cy="10972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Curved 103">
            <a:extLst>
              <a:ext uri="{FF2B5EF4-FFF2-40B4-BE49-F238E27FC236}">
                <a16:creationId xmlns:a16="http://schemas.microsoft.com/office/drawing/2014/main" id="{A20BEFF2-6BE6-40C5-A663-056A57662E8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36535" y="2927836"/>
            <a:ext cx="18288" cy="237744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6CB928B-74EA-4BE4-9EE9-13F3AB9ACE09}"/>
              </a:ext>
            </a:extLst>
          </p:cNvPr>
          <p:cNvSpPr txBox="1"/>
          <p:nvPr/>
        </p:nvSpPr>
        <p:spPr>
          <a:xfrm>
            <a:off x="6433884" y="5525885"/>
            <a:ext cx="2562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['Python','IS','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']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FB6694A-3C61-4F9B-BC37-DC41F238EBC9}"/>
              </a:ext>
            </a:extLst>
          </p:cNvPr>
          <p:cNvSpPr txBox="1"/>
          <p:nvPr/>
        </p:nvSpPr>
        <p:spPr>
          <a:xfrm>
            <a:off x="5867400" y="5533272"/>
            <a:ext cx="801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len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07" name="Connector: Curved 106">
            <a:extLst>
              <a:ext uri="{FF2B5EF4-FFF2-40B4-BE49-F238E27FC236}">
                <a16:creationId xmlns:a16="http://schemas.microsoft.com/office/drawing/2014/main" id="{C371C31F-9F98-4979-AC6C-2DEC8C199BD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92857" y="4806130"/>
            <a:ext cx="7387" cy="1446898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1EBD9353-3BA0-4E82-A9B7-B93CCC3FFA5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45558" y="5020458"/>
            <a:ext cx="7387" cy="10972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20BEC045-529D-4E49-BB79-7F480A45713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64946" y="4378440"/>
            <a:ext cx="18288" cy="237744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42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BF59-15FD-4C3B-9CB1-F826C1AA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Functions and Lambdas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28C06-1600-49E4-9150-DF31A6D36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4567"/>
            <a:ext cx="8839200" cy="5105400"/>
          </a:xfrm>
        </p:spPr>
        <p:txBody>
          <a:bodyPr>
            <a:normAutofit/>
          </a:bodyPr>
          <a:lstStyle/>
          <a:p>
            <a:r>
              <a:rPr lang="en-US" sz="2300" dirty="0"/>
              <a:t>In Python, functions that we define are just objects like anything else. </a:t>
            </a:r>
          </a:p>
          <a:p>
            <a:endParaRPr lang="en-US" sz="2300" dirty="0"/>
          </a:p>
          <a:p>
            <a:endParaRPr lang="en-US" sz="2300" dirty="0"/>
          </a:p>
          <a:p>
            <a:endParaRPr lang="en-US" sz="2300" dirty="0"/>
          </a:p>
          <a:p>
            <a:endParaRPr lang="en-US" sz="2300" dirty="0"/>
          </a:p>
          <a:p>
            <a:endParaRPr lang="en-US" sz="2300" dirty="0"/>
          </a:p>
          <a:p>
            <a:r>
              <a:rPr lang="en-US" sz="2300" dirty="0"/>
              <a:t>Python provides a shortcut for quickly defining </a:t>
            </a:r>
            <a:r>
              <a:rPr lang="en-US" sz="2300" i="1" dirty="0"/>
              <a:t>anonymous</a:t>
            </a:r>
            <a:r>
              <a:rPr lang="en-US" sz="2300" dirty="0"/>
              <a:t> functions that compute an expression and return it, called “</a:t>
            </a:r>
            <a:r>
              <a:rPr lang="en-US" sz="2300" i="1" dirty="0"/>
              <a:t>lambdas</a:t>
            </a:r>
            <a:r>
              <a:rPr lang="en-US" sz="2300" dirty="0"/>
              <a:t>”:</a:t>
            </a:r>
          </a:p>
          <a:p>
            <a:endParaRPr lang="en-US" sz="2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560DA-D4F8-4F3D-84EB-3DBEF268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0ECAC4-383D-4D49-838E-BAC02AF26EFB}"/>
              </a:ext>
            </a:extLst>
          </p:cNvPr>
          <p:cNvSpPr/>
          <p:nvPr/>
        </p:nvSpPr>
        <p:spPr bwMode="auto">
          <a:xfrm>
            <a:off x="990600" y="1828800"/>
            <a:ext cx="7450016" cy="1752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isOdd(d) 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(int(d) %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meaningOfLife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 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"happiness"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isOdd(x)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"success"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type(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meaningOfLife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E25221-20DD-4A9A-9A80-B2C1A6A73DF1}"/>
              </a:ext>
            </a:extLst>
          </p:cNvPr>
          <p:cNvSpPr/>
          <p:nvPr/>
        </p:nvSpPr>
        <p:spPr bwMode="auto">
          <a:xfrm>
            <a:off x="990600" y="4711699"/>
            <a:ext cx="7450016" cy="130810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isOdd =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d: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(int(d) %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meaningOfLife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x: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"happiness"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isOdd(x)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"success"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meaningOfLife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6664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696200" cy="914400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Functions as Arguments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29357" y="6293023"/>
            <a:ext cx="2133600" cy="365125"/>
          </a:xfrm>
        </p:spPr>
        <p:txBody>
          <a:bodyPr/>
          <a:lstStyle/>
          <a:p>
            <a:fld id="{54E617D6-13A1-4BD1-803E-EFC3BB400E6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5A1893-86D9-4886-B713-DFA6A16A75E7}"/>
              </a:ext>
            </a:extLst>
          </p:cNvPr>
          <p:cNvSpPr/>
          <p:nvPr/>
        </p:nvSpPr>
        <p:spPr bwMode="auto">
          <a:xfrm>
            <a:off x="1478487" y="1800403"/>
            <a:ext cx="7132113" cy="3241619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apply_all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(op,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"""Applies function 'op' to every item in list 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out = []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out.append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(op(item))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out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add_to_all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lst,val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add(item):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+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apply_all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(add,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D47518-32CC-43D5-90C5-1A6C6F76584F}"/>
              </a:ext>
            </a:extLst>
          </p:cNvPr>
          <p:cNvSpPr/>
          <p:nvPr/>
        </p:nvSpPr>
        <p:spPr bwMode="auto">
          <a:xfrm>
            <a:off x="1040065" y="1472513"/>
            <a:ext cx="361248" cy="3953147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1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3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7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8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6EC99AFD-BB87-48B0-BE50-1F38B92E8588}"/>
              </a:ext>
            </a:extLst>
          </p:cNvPr>
          <p:cNvGrpSpPr/>
          <p:nvPr/>
        </p:nvGrpSpPr>
        <p:grpSpPr>
          <a:xfrm>
            <a:off x="1904999" y="951196"/>
            <a:ext cx="2997596" cy="1137892"/>
            <a:chOff x="1904999" y="951196"/>
            <a:chExt cx="2997596" cy="113789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ED6C1D6F-5C66-4F9B-8265-F12465DE2AEA}"/>
                </a:ext>
              </a:extLst>
            </p:cNvPr>
            <p:cNvSpPr/>
            <p:nvPr/>
          </p:nvSpPr>
          <p:spPr bwMode="auto">
            <a:xfrm>
              <a:off x="2693998" y="951196"/>
              <a:ext cx="2208597" cy="478533"/>
            </a:xfrm>
            <a:prstGeom prst="roundRect">
              <a:avLst>
                <a:gd name="adj" fmla="val 29298"/>
              </a:avLst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92075" tIns="46038" rIns="92075" bIns="4603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 function that takes another function as argument</a:t>
              </a:r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BA1F7766-5BE7-41C6-8F2A-BBC426E170DA}"/>
                </a:ext>
              </a:extLst>
            </p:cNvPr>
            <p:cNvCxnSpPr>
              <a:cxnSpLocks/>
              <a:stCxn id="2" idx="1"/>
              <a:endCxn id="9" idx="0"/>
            </p:cNvCxnSpPr>
            <p:nvPr/>
          </p:nvCxnSpPr>
          <p:spPr>
            <a:xfrm rot="10800000" flipV="1">
              <a:off x="2465790" y="1190463"/>
              <a:ext cx="228209" cy="64162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C4AB9DD-1C9E-4B11-932E-690B612F244C}"/>
                </a:ext>
              </a:extLst>
            </p:cNvPr>
            <p:cNvSpPr/>
            <p:nvPr/>
          </p:nvSpPr>
          <p:spPr bwMode="auto">
            <a:xfrm>
              <a:off x="1904999" y="1832091"/>
              <a:ext cx="1121579" cy="256997"/>
            </a:xfrm>
            <a:prstGeom prst="roundRect">
              <a:avLst/>
            </a:prstGeom>
            <a:noFill/>
            <a:ln w="19050">
              <a:solidFill>
                <a:srgbClr val="008000"/>
              </a:solidFill>
              <a:prstDash val="dash"/>
              <a:miter lim="800000"/>
              <a:headEnd/>
              <a:tailEnd/>
            </a:ln>
          </p:spPr>
          <p:txBody>
            <a:bodyPr wrap="none" lIns="92075" tIns="46038" rIns="92075" bIns="46038" rtlCol="0" anchor="ctr"/>
            <a:lstStyle/>
            <a:p>
              <a:pPr algn="ctr"/>
              <a:endParaRPr lang="en-US" sz="1200" b="1">
                <a:latin typeface="Arial" pitchFamily="34" charset="0"/>
              </a:endParaRPr>
            </a:p>
          </p:txBody>
        </p:sp>
      </p:grpSp>
      <p:grpSp>
        <p:nvGrpSpPr>
          <p:cNvPr id="9222" name="Group 9221">
            <a:extLst>
              <a:ext uri="{FF2B5EF4-FFF2-40B4-BE49-F238E27FC236}">
                <a16:creationId xmlns:a16="http://schemas.microsoft.com/office/drawing/2014/main" id="{BFADAC43-A8B2-455A-BF46-AD6F51D6B02F}"/>
              </a:ext>
            </a:extLst>
          </p:cNvPr>
          <p:cNvGrpSpPr/>
          <p:nvPr/>
        </p:nvGrpSpPr>
        <p:grpSpPr>
          <a:xfrm>
            <a:off x="3733801" y="3254672"/>
            <a:ext cx="3239417" cy="641215"/>
            <a:chOff x="3733801" y="3254672"/>
            <a:chExt cx="3239417" cy="641215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BC1756CC-7E07-4AFF-BA9F-EF8C7E5014D9}"/>
                </a:ext>
              </a:extLst>
            </p:cNvPr>
            <p:cNvSpPr/>
            <p:nvPr/>
          </p:nvSpPr>
          <p:spPr bwMode="auto">
            <a:xfrm>
              <a:off x="5307651" y="3391112"/>
              <a:ext cx="1665567" cy="504775"/>
            </a:xfrm>
            <a:prstGeom prst="roundRect">
              <a:avLst>
                <a:gd name="adj" fmla="val 29298"/>
              </a:avLst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92075" tIns="46038" rIns="92075" bIns="4603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The function bound to `</a:t>
              </a:r>
              <a:r>
                <a:rPr lang="en-US" sz="1200" dirty="0">
                  <a:solidFill>
                    <a:schemeClr val="tx1"/>
                  </a:solidFill>
                  <a:latin typeface="Consolas" panose="020B0609020204030204" pitchFamily="49" charset="0"/>
                </a:rPr>
                <a:t>op`</a:t>
              </a:r>
              <a:r>
                <a:rPr lang="en-US" sz="1200" dirty="0">
                  <a:solidFill>
                    <a:schemeClr val="tx1"/>
                  </a:solidFill>
                </a:rPr>
                <a:t> is called here</a:t>
              </a:r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84083C3A-29E0-4DF9-A9DE-FFFC9D81B98C}"/>
                </a:ext>
              </a:extLst>
            </p:cNvPr>
            <p:cNvCxnSpPr>
              <a:cxnSpLocks/>
              <a:stCxn id="42" idx="1"/>
            </p:cNvCxnSpPr>
            <p:nvPr/>
          </p:nvCxnSpPr>
          <p:spPr>
            <a:xfrm rot="10800000">
              <a:off x="3733801" y="3254672"/>
              <a:ext cx="1573851" cy="388829"/>
            </a:xfrm>
            <a:prstGeom prst="bentConnector3">
              <a:avLst>
                <a:gd name="adj1" fmla="val 9953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28" name="Group 9227">
            <a:extLst>
              <a:ext uri="{FF2B5EF4-FFF2-40B4-BE49-F238E27FC236}">
                <a16:creationId xmlns:a16="http://schemas.microsoft.com/office/drawing/2014/main" id="{20CFCE50-FFFA-48F8-9907-644455459009}"/>
              </a:ext>
            </a:extLst>
          </p:cNvPr>
          <p:cNvGrpSpPr/>
          <p:nvPr/>
        </p:nvGrpSpPr>
        <p:grpSpPr>
          <a:xfrm>
            <a:off x="1904999" y="4275533"/>
            <a:ext cx="5068219" cy="504775"/>
            <a:chOff x="2976756" y="2277438"/>
            <a:chExt cx="5068219" cy="50477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484AFA8-EB77-4020-B687-D7D793AFABCB}"/>
                </a:ext>
              </a:extLst>
            </p:cNvPr>
            <p:cNvSpPr/>
            <p:nvPr/>
          </p:nvSpPr>
          <p:spPr bwMode="auto">
            <a:xfrm>
              <a:off x="2976756" y="2277438"/>
              <a:ext cx="2590801" cy="504775"/>
            </a:xfrm>
            <a:prstGeom prst="roundRect">
              <a:avLst/>
            </a:prstGeom>
            <a:noFill/>
            <a:ln w="19050">
              <a:solidFill>
                <a:srgbClr val="0000FF"/>
              </a:solidFill>
              <a:prstDash val="dash"/>
              <a:miter lim="800000"/>
              <a:headEnd/>
              <a:tailEnd/>
            </a:ln>
          </p:spPr>
          <p:txBody>
            <a:bodyPr wrap="none" lIns="92075" tIns="46038" rIns="92075" bIns="46038" rtlCol="0" anchor="ctr"/>
            <a:lstStyle/>
            <a:p>
              <a:pPr algn="ctr"/>
              <a:endParaRPr lang="en-US" sz="1200" b="1">
                <a:latin typeface="Arial" pitchFamily="34" charset="0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D26E042-BF6A-41C4-85B0-DD97ECADACA4}"/>
                </a:ext>
              </a:extLst>
            </p:cNvPr>
            <p:cNvSpPr/>
            <p:nvPr/>
          </p:nvSpPr>
          <p:spPr bwMode="auto">
            <a:xfrm>
              <a:off x="6379408" y="2277438"/>
              <a:ext cx="1665567" cy="504775"/>
            </a:xfrm>
            <a:prstGeom prst="roundRect">
              <a:avLst>
                <a:gd name="adj" fmla="val 29298"/>
              </a:avLst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92075" tIns="46038" rIns="92075" bIns="4603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 function defined in another function</a:t>
              </a:r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625749E8-56AB-41DA-A415-B79C1CB646C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567557" y="2450130"/>
              <a:ext cx="752504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21" name="Group 9220">
            <a:extLst>
              <a:ext uri="{FF2B5EF4-FFF2-40B4-BE49-F238E27FC236}">
                <a16:creationId xmlns:a16="http://schemas.microsoft.com/office/drawing/2014/main" id="{9A011D47-1BF2-41C0-9F36-779AB8038D5D}"/>
              </a:ext>
            </a:extLst>
          </p:cNvPr>
          <p:cNvGrpSpPr/>
          <p:nvPr/>
        </p:nvGrpSpPr>
        <p:grpSpPr>
          <a:xfrm>
            <a:off x="3119219" y="1294046"/>
            <a:ext cx="4048997" cy="817583"/>
            <a:chOff x="3119219" y="1294046"/>
            <a:chExt cx="4048997" cy="817583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ABE5616-809A-4EB8-B32B-03F51CFD4D23}"/>
                </a:ext>
              </a:extLst>
            </p:cNvPr>
            <p:cNvSpPr/>
            <p:nvPr/>
          </p:nvSpPr>
          <p:spPr bwMode="auto">
            <a:xfrm>
              <a:off x="3119219" y="1832092"/>
              <a:ext cx="262175" cy="279537"/>
            </a:xfrm>
            <a:prstGeom prst="roundRect">
              <a:avLst/>
            </a:prstGeom>
            <a:noFill/>
            <a:ln w="19050">
              <a:solidFill>
                <a:srgbClr val="008000"/>
              </a:solidFill>
              <a:prstDash val="dash"/>
              <a:miter lim="800000"/>
              <a:headEnd/>
              <a:tailEnd/>
            </a:ln>
          </p:spPr>
          <p:txBody>
            <a:bodyPr wrap="none" lIns="92075" tIns="46038" rIns="92075" bIns="46038" rtlCol="0" anchor="ctr"/>
            <a:lstStyle/>
            <a:p>
              <a:pPr algn="ctr"/>
              <a:endParaRPr lang="en-US" sz="1200" b="1">
                <a:latin typeface="Arial" pitchFamily="34" charset="0"/>
              </a:endParaRPr>
            </a:p>
          </p:txBody>
        </p:sp>
        <p:grpSp>
          <p:nvGrpSpPr>
            <p:cNvPr id="9229" name="Group 9228">
              <a:extLst>
                <a:ext uri="{FF2B5EF4-FFF2-40B4-BE49-F238E27FC236}">
                  <a16:creationId xmlns:a16="http://schemas.microsoft.com/office/drawing/2014/main" id="{20326566-4077-42E6-86E3-17C7C5A32EB2}"/>
                </a:ext>
              </a:extLst>
            </p:cNvPr>
            <p:cNvGrpSpPr/>
            <p:nvPr/>
          </p:nvGrpSpPr>
          <p:grpSpPr>
            <a:xfrm>
              <a:off x="3250307" y="1294046"/>
              <a:ext cx="3917909" cy="538046"/>
              <a:chOff x="3250307" y="1294046"/>
              <a:chExt cx="3917909" cy="538046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BC993BB0-B3EE-409F-B32B-7DF3842CEEA6}"/>
                  </a:ext>
                </a:extLst>
              </p:cNvPr>
              <p:cNvSpPr/>
              <p:nvPr/>
            </p:nvSpPr>
            <p:spPr bwMode="auto">
              <a:xfrm>
                <a:off x="5307651" y="1294046"/>
                <a:ext cx="1860565" cy="504775"/>
              </a:xfrm>
              <a:prstGeom prst="roundRect">
                <a:avLst>
                  <a:gd name="adj" fmla="val 29298"/>
                </a:avLst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lIns="92075" tIns="46038" rIns="92075" bIns="46038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A parameter that will be bound to a function</a:t>
                </a:r>
              </a:p>
            </p:txBody>
          </p:sp>
          <p:cxnSp>
            <p:nvCxnSpPr>
              <p:cNvPr id="63" name="Connector: Elbow 62">
                <a:extLst>
                  <a:ext uri="{FF2B5EF4-FFF2-40B4-BE49-F238E27FC236}">
                    <a16:creationId xmlns:a16="http://schemas.microsoft.com/office/drawing/2014/main" id="{642EC747-882F-47F5-9A1B-9BA2A6CFA78E}"/>
                  </a:ext>
                </a:extLst>
              </p:cNvPr>
              <p:cNvCxnSpPr>
                <a:cxnSpLocks/>
                <a:stCxn id="62" idx="1"/>
                <a:endCxn id="41" idx="0"/>
              </p:cNvCxnSpPr>
              <p:nvPr/>
            </p:nvCxnSpPr>
            <p:spPr>
              <a:xfrm rot="10800000" flipV="1">
                <a:off x="3250307" y="1546434"/>
                <a:ext cx="2057344" cy="285658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D1FDE34-5597-49EB-BDC9-EB53C097F762}"/>
              </a:ext>
            </a:extLst>
          </p:cNvPr>
          <p:cNvSpPr/>
          <p:nvPr/>
        </p:nvSpPr>
        <p:spPr bwMode="auto">
          <a:xfrm>
            <a:off x="5175312" y="5295991"/>
            <a:ext cx="2133600" cy="504775"/>
          </a:xfrm>
          <a:prstGeom prst="roundRect">
            <a:avLst>
              <a:gd name="adj" fmla="val 29298"/>
            </a:avLst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2075" tIns="46038" rIns="92075" bIns="4603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Function `add` is substituted in place of `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op`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F3810CCC-68B0-415E-9833-6FC6B9B6CF70}"/>
              </a:ext>
            </a:extLst>
          </p:cNvPr>
          <p:cNvCxnSpPr>
            <a:cxnSpLocks/>
            <a:stCxn id="47" idx="1"/>
          </p:cNvCxnSpPr>
          <p:nvPr/>
        </p:nvCxnSpPr>
        <p:spPr>
          <a:xfrm rot="10800000">
            <a:off x="3968694" y="4953005"/>
            <a:ext cx="1206619" cy="5953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72323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B0FA-F243-4D7F-B0F1-75A7CD3F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Generalizing over Computational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AF0E-CEBA-451E-9410-876B5F2F8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4967"/>
            <a:ext cx="85344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Common structure among problems –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34482-27EE-44BC-A801-03829A39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0861D-8B5C-40CD-B6ED-FB3E0FB62B47}"/>
              </a:ext>
            </a:extLst>
          </p:cNvPr>
          <p:cNvSpPr txBox="1"/>
          <p:nvPr/>
        </p:nvSpPr>
        <p:spPr>
          <a:xfrm>
            <a:off x="685800" y="1957222"/>
            <a:ext cx="4495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get_positives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"""Filters out the negative values and zero from the given list."""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C0E1FC-299B-4D08-B834-665219464E15}"/>
              </a:ext>
            </a:extLst>
          </p:cNvPr>
          <p:cNvCxnSpPr/>
          <p:nvPr/>
        </p:nvCxnSpPr>
        <p:spPr>
          <a:xfrm>
            <a:off x="547036" y="18288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1A09C-907C-4DF4-A6F7-91145FDF61C1}"/>
              </a:ext>
            </a:extLst>
          </p:cNvPr>
          <p:cNvSpPr txBox="1"/>
          <p:nvPr/>
        </p:nvSpPr>
        <p:spPr>
          <a:xfrm>
            <a:off x="685800" y="6113288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C00000"/>
              </a:buClr>
              <a:buFont typeface="Calibri" panose="020F0502020204030204" pitchFamily="34" charset="0"/>
              <a:buChar char="―"/>
            </a:pPr>
            <a:r>
              <a:rPr lang="en-US" sz="3200" dirty="0"/>
              <a:t>Demo!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93B3D81-06AE-424C-BC0A-927579097EC1}"/>
              </a:ext>
            </a:extLst>
          </p:cNvPr>
          <p:cNvCxnSpPr/>
          <p:nvPr/>
        </p:nvCxnSpPr>
        <p:spPr>
          <a:xfrm>
            <a:off x="654116" y="32766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D472EE2-0B64-4656-B3C4-1442C1F79837}"/>
              </a:ext>
            </a:extLst>
          </p:cNvPr>
          <p:cNvSpPr txBox="1"/>
          <p:nvPr/>
        </p:nvSpPr>
        <p:spPr>
          <a:xfrm>
            <a:off x="685800" y="3329022"/>
            <a:ext cx="495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get_evens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"""Filters out the odd values from the given list."""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78C0FD4-FCD2-4E7F-919A-660B85D83859}"/>
              </a:ext>
            </a:extLst>
          </p:cNvPr>
          <p:cNvSpPr txBox="1"/>
          <p:nvPr/>
        </p:nvSpPr>
        <p:spPr>
          <a:xfrm>
            <a:off x="685798" y="4767310"/>
            <a:ext cx="7620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get_longer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'Python'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'IS'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Filters out the words in the list 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shorter than the given length.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79A6444-242A-4DE0-920D-6143B09B8FBE}"/>
              </a:ext>
            </a:extLst>
          </p:cNvPr>
          <p:cNvCxnSpPr/>
          <p:nvPr/>
        </p:nvCxnSpPr>
        <p:spPr>
          <a:xfrm>
            <a:off x="547036" y="47244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5C6F58E-181B-4B39-9DB4-2BDBBD0CE6FB}"/>
              </a:ext>
            </a:extLst>
          </p:cNvPr>
          <p:cNvCxnSpPr/>
          <p:nvPr/>
        </p:nvCxnSpPr>
        <p:spPr>
          <a:xfrm>
            <a:off x="533400" y="6113288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6CB928B-74EA-4BE4-9EE9-13F3AB9ACE09}"/>
              </a:ext>
            </a:extLst>
          </p:cNvPr>
          <p:cNvSpPr txBox="1"/>
          <p:nvPr/>
        </p:nvSpPr>
        <p:spPr>
          <a:xfrm>
            <a:off x="6433884" y="5715000"/>
            <a:ext cx="2562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['Python','IS','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']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FB6694A-3C61-4F9B-BC37-DC41F238EBC9}"/>
              </a:ext>
            </a:extLst>
          </p:cNvPr>
          <p:cNvSpPr txBox="1"/>
          <p:nvPr/>
        </p:nvSpPr>
        <p:spPr>
          <a:xfrm>
            <a:off x="5288283" y="5669176"/>
            <a:ext cx="1208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len &gt;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07" name="Connector: Curved 106">
            <a:extLst>
              <a:ext uri="{FF2B5EF4-FFF2-40B4-BE49-F238E27FC236}">
                <a16:creationId xmlns:a16="http://schemas.microsoft.com/office/drawing/2014/main" id="{C371C31F-9F98-4979-AC6C-2DEC8C199BD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92857" y="4995245"/>
            <a:ext cx="7387" cy="1446898"/>
          </a:xfrm>
          <a:prstGeom prst="curvedConnector3">
            <a:avLst>
              <a:gd name="adj1" fmla="val 319462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1EBD9353-3BA0-4E82-A9B7-B93CCC3FFA5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45558" y="5209573"/>
            <a:ext cx="7387" cy="10972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20BEC045-529D-4E49-BB79-7F480A45713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64946" y="4567555"/>
            <a:ext cx="18288" cy="2377440"/>
          </a:xfrm>
          <a:prstGeom prst="curvedConnector3">
            <a:avLst>
              <a:gd name="adj1" fmla="val 319462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B13D58A-BFD6-4CAA-AE94-FCC2D51CE6DF}"/>
              </a:ext>
            </a:extLst>
          </p:cNvPr>
          <p:cNvSpPr txBox="1"/>
          <p:nvPr/>
        </p:nvSpPr>
        <p:spPr>
          <a:xfrm>
            <a:off x="6759337" y="2563489"/>
            <a:ext cx="1639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441C9D-D54C-4EC4-90C6-D19629C8ECDF}"/>
              </a:ext>
            </a:extLst>
          </p:cNvPr>
          <p:cNvSpPr txBox="1"/>
          <p:nvPr/>
        </p:nvSpPr>
        <p:spPr>
          <a:xfrm>
            <a:off x="6019800" y="2520457"/>
            <a:ext cx="728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&gt;0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F66C0226-990C-4C5A-8EB8-5470ACB71E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54290" y="1944465"/>
            <a:ext cx="54864" cy="1195135"/>
          </a:xfrm>
          <a:prstGeom prst="curvedConnector3">
            <a:avLst>
              <a:gd name="adj1" fmla="val -531233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DDB3E940-6D51-48F9-A6E8-DB85A15DC7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86667" y="2200011"/>
            <a:ext cx="7387" cy="73152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A8B04E5D-028D-498E-A857-C93AD8EFF5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3176" y="1704193"/>
            <a:ext cx="18288" cy="1645920"/>
          </a:xfrm>
          <a:prstGeom prst="curvedConnector3">
            <a:avLst>
              <a:gd name="adj1" fmla="val 319462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58FAF512-6D3E-406A-960B-FCD055AD677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92468" y="2071117"/>
            <a:ext cx="9144" cy="1005840"/>
          </a:xfrm>
          <a:prstGeom prst="curvedConnector3">
            <a:avLst>
              <a:gd name="adj1" fmla="val 319462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A5653F5-54A8-485D-A78D-D9F78B9C6989}"/>
              </a:ext>
            </a:extLst>
          </p:cNvPr>
          <p:cNvSpPr txBox="1"/>
          <p:nvPr/>
        </p:nvSpPr>
        <p:spPr>
          <a:xfrm>
            <a:off x="6759336" y="4051931"/>
            <a:ext cx="1639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12BC58-5C0E-4D02-A26B-DA2A34DFE7AB}"/>
              </a:ext>
            </a:extLst>
          </p:cNvPr>
          <p:cNvSpPr txBox="1"/>
          <p:nvPr/>
        </p:nvSpPr>
        <p:spPr>
          <a:xfrm>
            <a:off x="5504646" y="4008899"/>
            <a:ext cx="12438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%2 == 0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D35FF32A-6462-4A61-B46D-D4486F5C94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54289" y="3432907"/>
            <a:ext cx="54864" cy="1195135"/>
          </a:xfrm>
          <a:prstGeom prst="curvedConnector3">
            <a:avLst>
              <a:gd name="adj1" fmla="val -531233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ABABD751-DC3E-4707-BE9F-387C0BC9305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86666" y="3688453"/>
            <a:ext cx="7387" cy="731520"/>
          </a:xfrm>
          <a:prstGeom prst="curvedConnector3">
            <a:avLst>
              <a:gd name="adj1" fmla="val 319462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F734401A-632D-40F2-B627-A5D50F5B90B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16496" y="3238355"/>
            <a:ext cx="18288" cy="15544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D664FBB3-6679-4EDA-9DCD-61ACE22A2D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92467" y="3559559"/>
            <a:ext cx="9144" cy="100584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08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B0FA-F243-4D7F-B0F1-75A7CD3F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Generalizing over Computational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AF0E-CEBA-451E-9410-876B5F2F8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4967"/>
            <a:ext cx="85344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Common structure among problems – Example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34482-27EE-44BC-A801-03829A39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0861D-8B5C-40CD-B6ED-FB3E0FB62B47}"/>
              </a:ext>
            </a:extLst>
          </p:cNvPr>
          <p:cNvSpPr txBox="1"/>
          <p:nvPr/>
        </p:nvSpPr>
        <p:spPr>
          <a:xfrm>
            <a:off x="685799" y="1957222"/>
            <a:ext cx="52323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sum_list([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"""Sums all values in the given list."""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C0E1FC-299B-4D08-B834-665219464E15}"/>
              </a:ext>
            </a:extLst>
          </p:cNvPr>
          <p:cNvCxnSpPr/>
          <p:nvPr/>
        </p:nvCxnSpPr>
        <p:spPr>
          <a:xfrm>
            <a:off x="547036" y="18288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1A09C-907C-4DF4-A6F7-91145FDF61C1}"/>
              </a:ext>
            </a:extLst>
          </p:cNvPr>
          <p:cNvSpPr txBox="1"/>
          <p:nvPr/>
        </p:nvSpPr>
        <p:spPr>
          <a:xfrm>
            <a:off x="685800" y="6113288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C00000"/>
              </a:buClr>
              <a:buFont typeface="Calibri" panose="020F0502020204030204" pitchFamily="34" charset="0"/>
              <a:buChar char="―"/>
            </a:pPr>
            <a:r>
              <a:rPr lang="en-US" sz="3200" dirty="0"/>
              <a:t>Demo!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93B3D81-06AE-424C-BC0A-927579097EC1}"/>
              </a:ext>
            </a:extLst>
          </p:cNvPr>
          <p:cNvCxnSpPr/>
          <p:nvPr/>
        </p:nvCxnSpPr>
        <p:spPr>
          <a:xfrm>
            <a:off x="626843" y="329856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D472EE2-0B64-4656-B3C4-1442C1F79837}"/>
              </a:ext>
            </a:extLst>
          </p:cNvPr>
          <p:cNvSpPr txBox="1"/>
          <p:nvPr/>
        </p:nvSpPr>
        <p:spPr>
          <a:xfrm>
            <a:off x="685800" y="3329022"/>
            <a:ext cx="56341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max_of_list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Returns the maximum value from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the 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given list."""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78C0FD4-FCD2-4E7F-919A-660B85D83859}"/>
              </a:ext>
            </a:extLst>
          </p:cNvPr>
          <p:cNvSpPr txBox="1"/>
          <p:nvPr/>
        </p:nvSpPr>
        <p:spPr>
          <a:xfrm>
            <a:off x="685798" y="4767310"/>
            <a:ext cx="7620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longest([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Python'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'is'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'so'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'much'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'fun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Returns the longest (leftmost) value 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from the given list.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79A6444-242A-4DE0-920D-6143B09B8FBE}"/>
              </a:ext>
            </a:extLst>
          </p:cNvPr>
          <p:cNvCxnSpPr/>
          <p:nvPr/>
        </p:nvCxnSpPr>
        <p:spPr>
          <a:xfrm>
            <a:off x="547036" y="47244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5C6F58E-181B-4B39-9DB4-2BDBBD0CE6FB}"/>
              </a:ext>
            </a:extLst>
          </p:cNvPr>
          <p:cNvCxnSpPr/>
          <p:nvPr/>
        </p:nvCxnSpPr>
        <p:spPr>
          <a:xfrm>
            <a:off x="533400" y="6210367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B13D58A-BFD6-4CAA-AE94-FCC2D51CE6DF}"/>
              </a:ext>
            </a:extLst>
          </p:cNvPr>
          <p:cNvSpPr txBox="1"/>
          <p:nvPr/>
        </p:nvSpPr>
        <p:spPr>
          <a:xfrm>
            <a:off x="6085370" y="2563489"/>
            <a:ext cx="2313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441C9D-D54C-4EC4-90C6-D19629C8ECDF}"/>
              </a:ext>
            </a:extLst>
          </p:cNvPr>
          <p:cNvSpPr txBox="1"/>
          <p:nvPr/>
        </p:nvSpPr>
        <p:spPr>
          <a:xfrm>
            <a:off x="6399593" y="1941332"/>
            <a:ext cx="359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DDB3E940-6D51-48F9-A6E8-DB85A15DC7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519027" y="2382891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47791E2-99E7-4712-84D8-B180ADA55147}"/>
              </a:ext>
            </a:extLst>
          </p:cNvPr>
          <p:cNvSpPr txBox="1"/>
          <p:nvPr/>
        </p:nvSpPr>
        <p:spPr>
          <a:xfrm>
            <a:off x="6844161" y="1933792"/>
            <a:ext cx="359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3B481A13-EF8C-427C-BB84-E696F9144A1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63595" y="2375351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0B4714E-0EDB-4B60-B0C2-124F6CA8E87A}"/>
              </a:ext>
            </a:extLst>
          </p:cNvPr>
          <p:cNvSpPr txBox="1"/>
          <p:nvPr/>
        </p:nvSpPr>
        <p:spPr>
          <a:xfrm>
            <a:off x="7233878" y="1933599"/>
            <a:ext cx="359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2A699001-1C73-483C-8FF3-6CBFCBDEA1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53312" y="2375158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23B8AAF-81E9-4666-82C3-235C18841C9D}"/>
              </a:ext>
            </a:extLst>
          </p:cNvPr>
          <p:cNvSpPr txBox="1"/>
          <p:nvPr/>
        </p:nvSpPr>
        <p:spPr>
          <a:xfrm>
            <a:off x="6173101" y="3928450"/>
            <a:ext cx="2313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922B5A-75B4-4634-83A2-7543513358AB}"/>
              </a:ext>
            </a:extLst>
          </p:cNvPr>
          <p:cNvSpPr txBox="1"/>
          <p:nvPr/>
        </p:nvSpPr>
        <p:spPr>
          <a:xfrm>
            <a:off x="6273467" y="3306079"/>
            <a:ext cx="6739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9C875D76-22D2-415D-B72A-194EFAF3E1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06758" y="3747852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6F43C15-3871-424A-9A30-5A3D519C8C49}"/>
              </a:ext>
            </a:extLst>
          </p:cNvPr>
          <p:cNvSpPr txBox="1"/>
          <p:nvPr/>
        </p:nvSpPr>
        <p:spPr>
          <a:xfrm>
            <a:off x="6793332" y="3298753"/>
            <a:ext cx="6739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3FD3B87F-C3C7-42FE-A9C4-10A06357AF4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1326" y="3740312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2B4C755-025A-4A06-AF42-B126BEFBA2BF}"/>
              </a:ext>
            </a:extLst>
          </p:cNvPr>
          <p:cNvSpPr txBox="1"/>
          <p:nvPr/>
        </p:nvSpPr>
        <p:spPr>
          <a:xfrm>
            <a:off x="7321609" y="3298560"/>
            <a:ext cx="6190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442D65C6-024B-4C19-8D0F-3CD705F9875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41043" y="3740119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FBA7A46-638B-4AB2-8401-98C9FE3D70BF}"/>
              </a:ext>
            </a:extLst>
          </p:cNvPr>
          <p:cNvSpPr txBox="1"/>
          <p:nvPr/>
        </p:nvSpPr>
        <p:spPr>
          <a:xfrm>
            <a:off x="4607294" y="5793113"/>
            <a:ext cx="446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Python'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'is'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'so'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'much'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'fun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88A241-8B06-49CE-89DF-35A9DC1F80C8}"/>
              </a:ext>
            </a:extLst>
          </p:cNvPr>
          <p:cNvSpPr txBox="1"/>
          <p:nvPr/>
        </p:nvSpPr>
        <p:spPr>
          <a:xfrm>
            <a:off x="5380521" y="5349234"/>
            <a:ext cx="939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longer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C4A8FC05-70BB-4699-B674-11C50A6D1EE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800193" y="5558543"/>
            <a:ext cx="7387" cy="6400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CFBC5EA-7F66-4D12-8AD2-B6E2E9B79E24}"/>
              </a:ext>
            </a:extLst>
          </p:cNvPr>
          <p:cNvSpPr txBox="1"/>
          <p:nvPr/>
        </p:nvSpPr>
        <p:spPr>
          <a:xfrm>
            <a:off x="6195382" y="5358173"/>
            <a:ext cx="853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longer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62821C-4960-4C85-8D72-9CC70CBEC8E1}"/>
              </a:ext>
            </a:extLst>
          </p:cNvPr>
          <p:cNvSpPr txBox="1"/>
          <p:nvPr/>
        </p:nvSpPr>
        <p:spPr>
          <a:xfrm>
            <a:off x="6967288" y="5367112"/>
            <a:ext cx="939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longer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172860CF-9629-4724-A839-7C215EACE29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517973" y="5586578"/>
            <a:ext cx="7387" cy="6400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DDA7B892-DAD4-4A17-980A-6F683EF0A40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55609" y="5562236"/>
            <a:ext cx="7387" cy="6400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B30DC8DC-B949-4A62-8519-611DFB981D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29436" y="5558543"/>
            <a:ext cx="7387" cy="6400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AC9F5EF-CE57-4AF3-8E48-758A98671C3A}"/>
              </a:ext>
            </a:extLst>
          </p:cNvPr>
          <p:cNvSpPr txBox="1"/>
          <p:nvPr/>
        </p:nvSpPr>
        <p:spPr>
          <a:xfrm>
            <a:off x="7804746" y="5358173"/>
            <a:ext cx="939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longer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92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BF59-15FD-4C3B-9CB1-F826C1AA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Order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28C06-1600-49E4-9150-DF31A6D36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 Python, functions are treated as </a:t>
            </a:r>
            <a:r>
              <a:rPr lang="en-US" sz="2800" i="1" dirty="0"/>
              <a:t>first-class values</a:t>
            </a:r>
            <a:r>
              <a:rPr lang="en-US" sz="2800" dirty="0"/>
              <a:t>. </a:t>
            </a:r>
          </a:p>
          <a:p>
            <a:pPr lvl="1"/>
            <a:r>
              <a:rPr lang="en-US" sz="2400" dirty="0"/>
              <a:t>Like any other value, functions can be passed as argument and returned as a result. </a:t>
            </a:r>
          </a:p>
          <a:p>
            <a:pPr lvl="1"/>
            <a:r>
              <a:rPr lang="en-US" sz="2400" dirty="0"/>
              <a:t>This provides a flexible way to compose programs.</a:t>
            </a:r>
          </a:p>
          <a:p>
            <a:pPr marL="457200" lvl="1" indent="0">
              <a:buNone/>
            </a:pPr>
            <a:r>
              <a:rPr lang="en-US" sz="2400" dirty="0"/>
              <a:t> </a:t>
            </a:r>
          </a:p>
          <a:p>
            <a:r>
              <a:rPr lang="en-US" sz="2800" dirty="0"/>
              <a:t>A function that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takes other functions as arguments</a:t>
            </a:r>
            <a:r>
              <a:rPr lang="en-US" sz="2800" dirty="0"/>
              <a:t> or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returns a function</a:t>
            </a:r>
            <a:r>
              <a:rPr lang="en-US" sz="2800" b="1" dirty="0"/>
              <a:t> </a:t>
            </a:r>
            <a:r>
              <a:rPr lang="en-US" sz="2800" dirty="0"/>
              <a:t>is called a </a:t>
            </a:r>
            <a:r>
              <a:rPr lang="en-US" sz="2800" i="1" dirty="0"/>
              <a:t>higher order function</a:t>
            </a:r>
            <a:r>
              <a:rPr lang="en-US" sz="2800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560DA-D4F8-4F3D-84EB-3DBEF268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48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B0FA-F243-4D7F-B0F1-75A7CD3F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Generalizing over Computational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AF0E-CEBA-451E-9410-876B5F2F8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4967"/>
            <a:ext cx="85344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Common structure among problems –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34482-27EE-44BC-A801-03829A39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0861D-8B5C-40CD-B6ED-FB3E0FB62B47}"/>
              </a:ext>
            </a:extLst>
          </p:cNvPr>
          <p:cNvSpPr txBox="1"/>
          <p:nvPr/>
        </p:nvSpPr>
        <p:spPr>
          <a:xfrm>
            <a:off x="685800" y="1957222"/>
            <a:ext cx="441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add_to_all([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"""Adds 10 to each numeric value in given list."""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C0E1FC-299B-4D08-B834-665219464E15}"/>
              </a:ext>
            </a:extLst>
          </p:cNvPr>
          <p:cNvCxnSpPr/>
          <p:nvPr/>
        </p:nvCxnSpPr>
        <p:spPr>
          <a:xfrm>
            <a:off x="547036" y="18288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1A09C-907C-4DF4-A6F7-91145FDF61C1}"/>
              </a:ext>
            </a:extLst>
          </p:cNvPr>
          <p:cNvSpPr txBox="1"/>
          <p:nvPr/>
        </p:nvSpPr>
        <p:spPr>
          <a:xfrm>
            <a:off x="685800" y="6113288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C00000"/>
              </a:buClr>
              <a:buFont typeface="Calibri" panose="020F0502020204030204" pitchFamily="34" charset="0"/>
              <a:buChar char="―"/>
            </a:pPr>
            <a:r>
              <a:rPr lang="en-US" sz="3200" dirty="0"/>
              <a:t>Demo!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9A90B8-5777-435E-AB67-588C7A39F571}"/>
              </a:ext>
            </a:extLst>
          </p:cNvPr>
          <p:cNvSpPr txBox="1"/>
          <p:nvPr/>
        </p:nvSpPr>
        <p:spPr>
          <a:xfrm>
            <a:off x="6978716" y="2433643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CC767F-3F9C-4BDB-B48E-550D5DA7DF9A}"/>
              </a:ext>
            </a:extLst>
          </p:cNvPr>
          <p:cNvSpPr txBox="1"/>
          <p:nvPr/>
        </p:nvSpPr>
        <p:spPr>
          <a:xfrm>
            <a:off x="6236769" y="2440637"/>
            <a:ext cx="632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endParaRPr lang="en-US" sz="2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DFECE7-D6DA-47AB-855B-EDDC0CF00B3D}"/>
              </a:ext>
            </a:extLst>
          </p:cNvPr>
          <p:cNvSpPr txBox="1"/>
          <p:nvPr/>
        </p:nvSpPr>
        <p:spPr>
          <a:xfrm>
            <a:off x="6732068" y="1737913"/>
            <a:ext cx="3164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618E64B7-4058-407C-AD06-F6E661BA3D1A}"/>
              </a:ext>
            </a:extLst>
          </p:cNvPr>
          <p:cNvCxnSpPr>
            <a:stCxn id="32" idx="0"/>
          </p:cNvCxnSpPr>
          <p:nvPr/>
        </p:nvCxnSpPr>
        <p:spPr>
          <a:xfrm rot="16200000" flipH="1">
            <a:off x="6859118" y="2134718"/>
            <a:ext cx="73963" cy="685800"/>
          </a:xfrm>
          <a:prstGeom prst="curvedConnector4">
            <a:avLst>
              <a:gd name="adj1" fmla="val -191951"/>
              <a:gd name="adj2" fmla="val 969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2EF6A5F2-AE64-4296-BFAD-D58DA308A162}"/>
              </a:ext>
            </a:extLst>
          </p:cNvPr>
          <p:cNvCxnSpPr>
            <a:cxnSpLocks/>
            <a:stCxn id="32" idx="0"/>
            <a:endCxn id="27" idx="0"/>
          </p:cNvCxnSpPr>
          <p:nvPr/>
        </p:nvCxnSpPr>
        <p:spPr>
          <a:xfrm rot="5400000" flipH="1" flipV="1">
            <a:off x="7124411" y="1862432"/>
            <a:ext cx="6994" cy="1149416"/>
          </a:xfrm>
          <a:prstGeom prst="curvedConnector3">
            <a:avLst>
              <a:gd name="adj1" fmla="val 33685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F30B3EBA-95C9-41E7-A36F-367910ADCCA9}"/>
              </a:ext>
            </a:extLst>
          </p:cNvPr>
          <p:cNvCxnSpPr>
            <a:cxnSpLocks/>
            <a:stCxn id="32" idx="0"/>
          </p:cNvCxnSpPr>
          <p:nvPr/>
        </p:nvCxnSpPr>
        <p:spPr>
          <a:xfrm rot="16200000" flipH="1">
            <a:off x="7269643" y="1724194"/>
            <a:ext cx="6994" cy="1439881"/>
          </a:xfrm>
          <a:prstGeom prst="curvedConnector4">
            <a:avLst>
              <a:gd name="adj1" fmla="val -5332871"/>
              <a:gd name="adj2" fmla="val 1004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93B3D81-06AE-424C-BC0A-927579097EC1}"/>
              </a:ext>
            </a:extLst>
          </p:cNvPr>
          <p:cNvCxnSpPr/>
          <p:nvPr/>
        </p:nvCxnSpPr>
        <p:spPr>
          <a:xfrm>
            <a:off x="654116" y="32766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D472EE2-0B64-4656-B3C4-1442C1F79837}"/>
              </a:ext>
            </a:extLst>
          </p:cNvPr>
          <p:cNvSpPr txBox="1"/>
          <p:nvPr/>
        </p:nvSpPr>
        <p:spPr>
          <a:xfrm>
            <a:off x="685800" y="3329022"/>
            <a:ext cx="495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lower_all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['Python'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'IS'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"""Converts each string in given list to lowercase."""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78C0FD4-FCD2-4E7F-919A-660B85D83859}"/>
              </a:ext>
            </a:extLst>
          </p:cNvPr>
          <p:cNvSpPr txBox="1"/>
          <p:nvPr/>
        </p:nvSpPr>
        <p:spPr>
          <a:xfrm>
            <a:off x="685799" y="4767310"/>
            <a:ext cx="54711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length_of_all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['Python'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'IS'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"""Calculates the length of each string in the given list"""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79A6444-242A-4DE0-920D-6143B09B8FBE}"/>
              </a:ext>
            </a:extLst>
          </p:cNvPr>
          <p:cNvCxnSpPr/>
          <p:nvPr/>
        </p:nvCxnSpPr>
        <p:spPr>
          <a:xfrm>
            <a:off x="547036" y="47244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5C6F58E-181B-4B39-9DB4-2BDBBD0CE6FB}"/>
              </a:ext>
            </a:extLst>
          </p:cNvPr>
          <p:cNvCxnSpPr/>
          <p:nvPr/>
        </p:nvCxnSpPr>
        <p:spPr>
          <a:xfrm>
            <a:off x="533400" y="60198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8CF77E6-2029-424E-85D5-C20FA0316822}"/>
              </a:ext>
            </a:extLst>
          </p:cNvPr>
          <p:cNvSpPr txBox="1"/>
          <p:nvPr/>
        </p:nvSpPr>
        <p:spPr>
          <a:xfrm>
            <a:off x="6505473" y="4075281"/>
            <a:ext cx="2562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['Python','IS','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']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BA6610D-A7E1-4434-BB55-B2BB0BDB17ED}"/>
              </a:ext>
            </a:extLst>
          </p:cNvPr>
          <p:cNvSpPr txBox="1"/>
          <p:nvPr/>
        </p:nvSpPr>
        <p:spPr>
          <a:xfrm>
            <a:off x="5591073" y="4082668"/>
            <a:ext cx="1149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lower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A7D601FB-F222-4A72-8ED2-4A8C6A42E70A}"/>
              </a:ext>
            </a:extLst>
          </p:cNvPr>
          <p:cNvCxnSpPr>
            <a:cxnSpLocks/>
            <a:stCxn id="87" idx="0"/>
            <a:endCxn id="85" idx="0"/>
          </p:cNvCxnSpPr>
          <p:nvPr/>
        </p:nvCxnSpPr>
        <p:spPr>
          <a:xfrm rot="5400000" flipH="1" flipV="1">
            <a:off x="6972516" y="3268547"/>
            <a:ext cx="7387" cy="1620856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C0DBAC80-B6BA-4214-8086-4241AF6B7B5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17147" y="3569854"/>
            <a:ext cx="7387" cy="10972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Curved 103">
            <a:extLst>
              <a:ext uri="{FF2B5EF4-FFF2-40B4-BE49-F238E27FC236}">
                <a16:creationId xmlns:a16="http://schemas.microsoft.com/office/drawing/2014/main" id="{A20BEFF2-6BE6-40C5-A663-056A57662E8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36535" y="2927836"/>
            <a:ext cx="18288" cy="237744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6CB928B-74EA-4BE4-9EE9-13F3AB9ACE09}"/>
              </a:ext>
            </a:extLst>
          </p:cNvPr>
          <p:cNvSpPr txBox="1"/>
          <p:nvPr/>
        </p:nvSpPr>
        <p:spPr>
          <a:xfrm>
            <a:off x="6433884" y="5525885"/>
            <a:ext cx="2562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['Python','IS','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']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FB6694A-3C61-4F9B-BC37-DC41F238EBC9}"/>
              </a:ext>
            </a:extLst>
          </p:cNvPr>
          <p:cNvSpPr txBox="1"/>
          <p:nvPr/>
        </p:nvSpPr>
        <p:spPr>
          <a:xfrm>
            <a:off x="5867400" y="5533272"/>
            <a:ext cx="801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len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07" name="Connector: Curved 106">
            <a:extLst>
              <a:ext uri="{FF2B5EF4-FFF2-40B4-BE49-F238E27FC236}">
                <a16:creationId xmlns:a16="http://schemas.microsoft.com/office/drawing/2014/main" id="{C371C31F-9F98-4979-AC6C-2DEC8C199BD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92857" y="4806130"/>
            <a:ext cx="7387" cy="1446898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1EBD9353-3BA0-4E82-A9B7-B93CCC3FFA5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45558" y="5020458"/>
            <a:ext cx="7387" cy="10972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20BEC045-529D-4E49-BB79-7F480A45713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64946" y="4378440"/>
            <a:ext cx="18288" cy="237744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25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1508"/>
            <a:ext cx="7611208" cy="914400"/>
          </a:xfrm>
        </p:spPr>
        <p:txBody>
          <a:bodyPr>
            <a:noAutofit/>
          </a:bodyPr>
          <a:lstStyle/>
          <a:p>
            <a:r>
              <a:rPr lang="en-US" sz="3600" dirty="0"/>
              <a:t>Built-in Higher Order Functions:  </a:t>
            </a:r>
            <a:r>
              <a:rPr lang="en-US" sz="3200" dirty="0">
                <a:latin typeface="Consolas" panose="020B0609020204030204" pitchFamily="49" charset="0"/>
              </a:rPr>
              <a:t>map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33723"/>
            <a:ext cx="8496300" cy="3085877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Consolas" panose="020B0609020204030204" pitchFamily="49" charset="0"/>
              </a:rPr>
              <a:t>map</a:t>
            </a:r>
            <a:r>
              <a:rPr lang="en-US" sz="2200" dirty="0"/>
              <a:t> takes a unary function </a:t>
            </a:r>
            <a:r>
              <a:rPr lang="en-US" sz="2200" i="1" dirty="0">
                <a:latin typeface="Consolas" panose="020B0609020204030204" pitchFamily="49" charset="0"/>
              </a:rPr>
              <a:t>f</a:t>
            </a:r>
            <a:r>
              <a:rPr lang="en-US" sz="2200" dirty="0"/>
              <a:t> and an </a:t>
            </a:r>
            <a:r>
              <a:rPr lang="en-US" sz="2200" dirty="0" err="1"/>
              <a:t>iterable</a:t>
            </a:r>
            <a:r>
              <a:rPr lang="en-US" sz="2200" dirty="0"/>
              <a:t> </a:t>
            </a:r>
            <a:r>
              <a:rPr lang="en-US" sz="2200" dirty="0">
                <a:latin typeface="Consolas" panose="020B0609020204030204" pitchFamily="49" charset="0"/>
              </a:rPr>
              <a:t>input</a:t>
            </a:r>
            <a:r>
              <a:rPr lang="en-US" sz="2200" dirty="0"/>
              <a:t> and</a:t>
            </a:r>
            <a:r>
              <a:rPr lang="en-US" sz="2200" i="1" dirty="0">
                <a:latin typeface="Consolas" panose="020B0609020204030204" pitchFamily="49" charset="0"/>
              </a:rPr>
              <a:t> </a:t>
            </a:r>
            <a:r>
              <a:rPr lang="en-US" sz="2200" dirty="0"/>
              <a:t>applies </a:t>
            </a:r>
            <a:r>
              <a:rPr lang="en-US" sz="2200" i="1" dirty="0">
                <a:latin typeface="Consolas" panose="020B0609020204030204" pitchFamily="49" charset="0"/>
              </a:rPr>
              <a:t>f</a:t>
            </a:r>
            <a:r>
              <a:rPr lang="en-US" sz="2200" dirty="0"/>
              <a:t> to every element in </a:t>
            </a:r>
            <a:r>
              <a:rPr lang="en-US" sz="2200" dirty="0">
                <a:latin typeface="Consolas" panose="020B0609020204030204" pitchFamily="49" charset="0"/>
              </a:rPr>
              <a:t>input</a:t>
            </a:r>
            <a:r>
              <a:rPr lang="en-US" sz="2200" dirty="0"/>
              <a:t>. It returns result as a map object. </a:t>
            </a:r>
          </a:p>
          <a:p>
            <a:pPr lvl="1"/>
            <a:r>
              <a:rPr lang="en-US" sz="2200" dirty="0">
                <a:latin typeface="Consolas" panose="020B0609020204030204" pitchFamily="49" charset="0"/>
              </a:rPr>
              <a:t>map(f,[x1,x2,…,</a:t>
            </a:r>
            <a:r>
              <a:rPr lang="en-US" sz="2200" dirty="0" err="1">
                <a:latin typeface="Consolas" panose="020B0609020204030204" pitchFamily="49" charset="0"/>
              </a:rPr>
              <a:t>xn</a:t>
            </a:r>
            <a:r>
              <a:rPr lang="en-US" sz="2200" dirty="0">
                <a:latin typeface="Consolas" panose="020B0609020204030204" pitchFamily="49" charset="0"/>
              </a:rPr>
              <a:t>]) </a:t>
            </a:r>
            <a:r>
              <a:rPr lang="en-US" sz="2200" dirty="0">
                <a:sym typeface="Symbol" panose="05050102010706020507" pitchFamily="18" charset="2"/>
              </a:rPr>
              <a:t> </a:t>
            </a:r>
            <a:r>
              <a:rPr lang="en-US" sz="2200" dirty="0">
                <a:latin typeface="Consolas" panose="020B0609020204030204" pitchFamily="49" charset="0"/>
              </a:rPr>
              <a:t>[f(x1),f(x2),…,f(</a:t>
            </a:r>
            <a:r>
              <a:rPr lang="en-US" sz="2200" dirty="0" err="1">
                <a:latin typeface="Consolas" panose="020B0609020204030204" pitchFamily="49" charset="0"/>
              </a:rPr>
              <a:t>xn</a:t>
            </a:r>
            <a:r>
              <a:rPr lang="en-US" sz="2200" dirty="0">
                <a:latin typeface="Consolas" panose="020B0609020204030204" pitchFamily="49" charset="0"/>
              </a:rPr>
              <a:t>)] </a:t>
            </a:r>
            <a:endParaRPr lang="en-US" sz="2200" dirty="0"/>
          </a:p>
          <a:p>
            <a:pPr marL="457200" lvl="1" indent="0">
              <a:buNone/>
            </a:pPr>
            <a:r>
              <a:rPr lang="en-US" sz="2200" dirty="0"/>
              <a:t>For example,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992DB4-4B7A-4B22-A329-6FFD9680AC29}"/>
              </a:ext>
            </a:extLst>
          </p:cNvPr>
          <p:cNvSpPr/>
          <p:nvPr/>
        </p:nvSpPr>
        <p:spPr bwMode="auto">
          <a:xfrm>
            <a:off x="787400" y="2990144"/>
            <a:ext cx="7820270" cy="914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 = map(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lambda x: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x**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 returns a map object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list(out)                          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 convert to list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E59A3C-7FB1-41EE-9DBC-B79A66390173}"/>
              </a:ext>
            </a:extLst>
          </p:cNvPr>
          <p:cNvSpPr txBox="1">
            <a:spLocks/>
          </p:cNvSpPr>
          <p:nvPr/>
        </p:nvSpPr>
        <p:spPr>
          <a:xfrm>
            <a:off x="381000" y="4164893"/>
            <a:ext cx="8763000" cy="1473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/>
              <a:t>Python's built-in map function is more general and faster.</a:t>
            </a:r>
          </a:p>
          <a:p>
            <a:pPr marL="457200" lvl="1" indent="0">
              <a:buFont typeface="Arial" pitchFamily="34" charset="0"/>
              <a:buNone/>
            </a:pPr>
            <a:r>
              <a:rPr lang="es-ES" sz="22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s-ES" sz="2200" dirty="0" err="1">
                <a:latin typeface="Consolas" panose="020B0609020204030204" pitchFamily="49" charset="0"/>
                <a:cs typeface="Courier New" panose="02070309020205020404" pitchFamily="49" charset="0"/>
              </a:rPr>
              <a:t>map</a:t>
            </a:r>
            <a:r>
              <a:rPr lang="es-ES" sz="2200" dirty="0">
                <a:latin typeface="Consolas" panose="020B0609020204030204" pitchFamily="49" charset="0"/>
                <a:cs typeface="Courier New" panose="02070309020205020404" pitchFamily="49" charset="0"/>
              </a:rPr>
              <a:t> ((lambda x,y: x+y),[1,2,3,4],[5,6,7,8])</a:t>
            </a:r>
          </a:p>
          <a:p>
            <a:pPr marL="857250" lvl="2" indent="0">
              <a:buFont typeface="Arial" pitchFamily="34" charset="0"/>
              <a:buNone/>
            </a:pPr>
            <a:r>
              <a:rPr lang="en-US" sz="2200" dirty="0"/>
              <a:t>returns ?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459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B0FA-F243-4D7F-B0F1-75A7CD3F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Generalizing over Computational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AF0E-CEBA-451E-9410-876B5F2F8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4967"/>
            <a:ext cx="85344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Common structure among problems –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34482-27EE-44BC-A801-03829A39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0861D-8B5C-40CD-B6ED-FB3E0FB62B47}"/>
              </a:ext>
            </a:extLst>
          </p:cNvPr>
          <p:cNvSpPr txBox="1"/>
          <p:nvPr/>
        </p:nvSpPr>
        <p:spPr>
          <a:xfrm>
            <a:off x="685800" y="1957222"/>
            <a:ext cx="4495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get_positives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"""Filters out the negative values and zero from the given list."""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C0E1FC-299B-4D08-B834-665219464E15}"/>
              </a:ext>
            </a:extLst>
          </p:cNvPr>
          <p:cNvCxnSpPr/>
          <p:nvPr/>
        </p:nvCxnSpPr>
        <p:spPr>
          <a:xfrm>
            <a:off x="547036" y="18288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1A09C-907C-4DF4-A6F7-91145FDF61C1}"/>
              </a:ext>
            </a:extLst>
          </p:cNvPr>
          <p:cNvSpPr txBox="1"/>
          <p:nvPr/>
        </p:nvSpPr>
        <p:spPr>
          <a:xfrm>
            <a:off x="685800" y="6113288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C00000"/>
              </a:buClr>
              <a:buFont typeface="Calibri" panose="020F0502020204030204" pitchFamily="34" charset="0"/>
              <a:buChar char="―"/>
            </a:pPr>
            <a:r>
              <a:rPr lang="en-US" sz="3200" dirty="0"/>
              <a:t>Demo!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93B3D81-06AE-424C-BC0A-927579097EC1}"/>
              </a:ext>
            </a:extLst>
          </p:cNvPr>
          <p:cNvCxnSpPr/>
          <p:nvPr/>
        </p:nvCxnSpPr>
        <p:spPr>
          <a:xfrm>
            <a:off x="654116" y="32766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D472EE2-0B64-4656-B3C4-1442C1F79837}"/>
              </a:ext>
            </a:extLst>
          </p:cNvPr>
          <p:cNvSpPr txBox="1"/>
          <p:nvPr/>
        </p:nvSpPr>
        <p:spPr>
          <a:xfrm>
            <a:off x="685800" y="3329022"/>
            <a:ext cx="495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get_evens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"""Filters out the odd values from the given list."""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78C0FD4-FCD2-4E7F-919A-660B85D83859}"/>
              </a:ext>
            </a:extLst>
          </p:cNvPr>
          <p:cNvSpPr txBox="1"/>
          <p:nvPr/>
        </p:nvSpPr>
        <p:spPr>
          <a:xfrm>
            <a:off x="685798" y="4767310"/>
            <a:ext cx="7620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get_longer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'Python'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'IS'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Filters out the words in the list 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shorter than the given length.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79A6444-242A-4DE0-920D-6143B09B8FBE}"/>
              </a:ext>
            </a:extLst>
          </p:cNvPr>
          <p:cNvCxnSpPr/>
          <p:nvPr/>
        </p:nvCxnSpPr>
        <p:spPr>
          <a:xfrm>
            <a:off x="547036" y="47244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5C6F58E-181B-4B39-9DB4-2BDBBD0CE6FB}"/>
              </a:ext>
            </a:extLst>
          </p:cNvPr>
          <p:cNvCxnSpPr/>
          <p:nvPr/>
        </p:nvCxnSpPr>
        <p:spPr>
          <a:xfrm>
            <a:off x="533400" y="6113288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6CB928B-74EA-4BE4-9EE9-13F3AB9ACE09}"/>
              </a:ext>
            </a:extLst>
          </p:cNvPr>
          <p:cNvSpPr txBox="1"/>
          <p:nvPr/>
        </p:nvSpPr>
        <p:spPr>
          <a:xfrm>
            <a:off x="6433884" y="5715000"/>
            <a:ext cx="2562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['Python','IS','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']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FB6694A-3C61-4F9B-BC37-DC41F238EBC9}"/>
              </a:ext>
            </a:extLst>
          </p:cNvPr>
          <p:cNvSpPr txBox="1"/>
          <p:nvPr/>
        </p:nvSpPr>
        <p:spPr>
          <a:xfrm>
            <a:off x="5288283" y="5669176"/>
            <a:ext cx="1208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len &gt;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07" name="Connector: Curved 106">
            <a:extLst>
              <a:ext uri="{FF2B5EF4-FFF2-40B4-BE49-F238E27FC236}">
                <a16:creationId xmlns:a16="http://schemas.microsoft.com/office/drawing/2014/main" id="{C371C31F-9F98-4979-AC6C-2DEC8C199BD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92857" y="4995245"/>
            <a:ext cx="7387" cy="1446898"/>
          </a:xfrm>
          <a:prstGeom prst="curvedConnector3">
            <a:avLst>
              <a:gd name="adj1" fmla="val 319462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1EBD9353-3BA0-4E82-A9B7-B93CCC3FFA5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45558" y="5209573"/>
            <a:ext cx="7387" cy="10972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20BEC045-529D-4E49-BB79-7F480A45713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64946" y="4567555"/>
            <a:ext cx="18288" cy="2377440"/>
          </a:xfrm>
          <a:prstGeom prst="curvedConnector3">
            <a:avLst>
              <a:gd name="adj1" fmla="val 319462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B13D58A-BFD6-4CAA-AE94-FCC2D51CE6DF}"/>
              </a:ext>
            </a:extLst>
          </p:cNvPr>
          <p:cNvSpPr txBox="1"/>
          <p:nvPr/>
        </p:nvSpPr>
        <p:spPr>
          <a:xfrm>
            <a:off x="6759337" y="2563489"/>
            <a:ext cx="1639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441C9D-D54C-4EC4-90C6-D19629C8ECDF}"/>
              </a:ext>
            </a:extLst>
          </p:cNvPr>
          <p:cNvSpPr txBox="1"/>
          <p:nvPr/>
        </p:nvSpPr>
        <p:spPr>
          <a:xfrm>
            <a:off x="6019800" y="2520457"/>
            <a:ext cx="728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&gt;0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F66C0226-990C-4C5A-8EB8-5470ACB71E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54290" y="1944465"/>
            <a:ext cx="54864" cy="1195135"/>
          </a:xfrm>
          <a:prstGeom prst="curvedConnector3">
            <a:avLst>
              <a:gd name="adj1" fmla="val -531233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DDB3E940-6D51-48F9-A6E8-DB85A15DC7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86667" y="2200011"/>
            <a:ext cx="7387" cy="73152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A8B04E5D-028D-498E-A857-C93AD8EFF5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3176" y="1704193"/>
            <a:ext cx="18288" cy="1645920"/>
          </a:xfrm>
          <a:prstGeom prst="curvedConnector3">
            <a:avLst>
              <a:gd name="adj1" fmla="val 319462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58FAF512-6D3E-406A-960B-FCD055AD677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92468" y="2071117"/>
            <a:ext cx="9144" cy="1005840"/>
          </a:xfrm>
          <a:prstGeom prst="curvedConnector3">
            <a:avLst>
              <a:gd name="adj1" fmla="val 319462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A5653F5-54A8-485D-A78D-D9F78B9C6989}"/>
              </a:ext>
            </a:extLst>
          </p:cNvPr>
          <p:cNvSpPr txBox="1"/>
          <p:nvPr/>
        </p:nvSpPr>
        <p:spPr>
          <a:xfrm>
            <a:off x="6759336" y="4051931"/>
            <a:ext cx="1639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12BC58-5C0E-4D02-A26B-DA2A34DFE7AB}"/>
              </a:ext>
            </a:extLst>
          </p:cNvPr>
          <p:cNvSpPr txBox="1"/>
          <p:nvPr/>
        </p:nvSpPr>
        <p:spPr>
          <a:xfrm>
            <a:off x="5504646" y="4008899"/>
            <a:ext cx="12438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%2 == 0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D35FF32A-6462-4A61-B46D-D4486F5C94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54289" y="3432907"/>
            <a:ext cx="54864" cy="1195135"/>
          </a:xfrm>
          <a:prstGeom prst="curvedConnector3">
            <a:avLst>
              <a:gd name="adj1" fmla="val -531233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ABABD751-DC3E-4707-BE9F-387C0BC9305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86666" y="3688453"/>
            <a:ext cx="7387" cy="731520"/>
          </a:xfrm>
          <a:prstGeom prst="curvedConnector3">
            <a:avLst>
              <a:gd name="adj1" fmla="val 319462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F734401A-632D-40F2-B627-A5D50F5B90B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16496" y="3238355"/>
            <a:ext cx="18288" cy="15544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D664FBB3-6679-4EDA-9DCD-61ACE22A2D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92467" y="3559559"/>
            <a:ext cx="9144" cy="100584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28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8449"/>
            <a:ext cx="84963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filter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filter</a:t>
            </a:r>
            <a:r>
              <a:rPr lang="en-US" sz="2400" dirty="0"/>
              <a:t> takes a predicate function </a:t>
            </a:r>
            <a:r>
              <a:rPr lang="en-US" sz="2400" i="1" dirty="0">
                <a:latin typeface="Consolas" panose="020B0609020204030204" pitchFamily="49" charset="0"/>
              </a:rPr>
              <a:t>p</a:t>
            </a:r>
            <a:r>
              <a:rPr lang="en-US" sz="2400" dirty="0"/>
              <a:t> (a unary function returning a </a:t>
            </a:r>
            <a:r>
              <a:rPr lang="en-US" sz="2400" dirty="0">
                <a:latin typeface="Consolas" panose="020B0609020204030204" pitchFamily="49" charset="0"/>
              </a:rPr>
              <a:t>bool</a:t>
            </a:r>
            <a:r>
              <a:rPr lang="en-US" sz="2400" dirty="0"/>
              <a:t>) and an </a:t>
            </a:r>
            <a:r>
              <a:rPr lang="en-US" sz="2400" dirty="0" err="1"/>
              <a:t>iterable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</a:rPr>
              <a:t>input</a:t>
            </a:r>
            <a:r>
              <a:rPr lang="en-US" sz="2400" dirty="0"/>
              <a:t>. It returns a filter object including the values from </a:t>
            </a:r>
            <a:r>
              <a:rPr lang="en-US" sz="2400" dirty="0">
                <a:latin typeface="Consolas" panose="020B0609020204030204" pitchFamily="49" charset="0"/>
              </a:rPr>
              <a:t>input</a:t>
            </a:r>
            <a:r>
              <a:rPr lang="en-US" sz="2400" dirty="0"/>
              <a:t> for which </a:t>
            </a:r>
            <a:r>
              <a:rPr lang="en-US" sz="2400" i="1" dirty="0">
                <a:latin typeface="Consolas" panose="020B0609020204030204" pitchFamily="49" charset="0"/>
              </a:rPr>
              <a:t>p</a:t>
            </a:r>
            <a:r>
              <a:rPr lang="en-US" sz="2400" dirty="0"/>
              <a:t> returns True.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filter(p,[x1,x2,x3,…,</a:t>
            </a:r>
            <a:r>
              <a:rPr lang="en-US" sz="2400" dirty="0" err="1">
                <a:latin typeface="Consolas" panose="020B0609020204030204" pitchFamily="49" charset="0"/>
              </a:rPr>
              <a:t>xn</a:t>
            </a:r>
            <a:r>
              <a:rPr lang="en-US" sz="2400" dirty="0">
                <a:latin typeface="Consolas" panose="020B0609020204030204" pitchFamily="49" charset="0"/>
              </a:rPr>
              <a:t>]) </a:t>
            </a:r>
            <a:r>
              <a:rPr lang="en-US" sz="2400" dirty="0">
                <a:sym typeface="Symbol" panose="05050102010706020507" pitchFamily="18" charset="2"/>
              </a:rPr>
              <a:t> </a:t>
            </a:r>
            <a:r>
              <a:rPr lang="en-US" sz="2400" dirty="0">
                <a:latin typeface="Consolas" panose="020B0609020204030204" pitchFamily="49" charset="0"/>
              </a:rPr>
              <a:t>[x2,…,f(</a:t>
            </a:r>
            <a:r>
              <a:rPr lang="en-US" sz="2400" dirty="0" err="1">
                <a:latin typeface="Consolas" panose="020B0609020204030204" pitchFamily="49" charset="0"/>
              </a:rPr>
              <a:t>xn</a:t>
            </a:r>
            <a:r>
              <a:rPr lang="en-US" sz="2400" dirty="0">
                <a:latin typeface="Consolas" panose="020B0609020204030204" pitchFamily="49" charset="0"/>
              </a:rPr>
              <a:t>)]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400" dirty="0"/>
              <a:t>For example:</a:t>
            </a:r>
          </a:p>
          <a:p>
            <a:pPr marL="457200" lvl="1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returns ?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1FB7DE-2EBF-49B3-9018-F1C44625AE63}"/>
              </a:ext>
            </a:extLst>
          </p:cNvPr>
          <p:cNvSpPr/>
          <p:nvPr/>
        </p:nvSpPr>
        <p:spPr bwMode="auto">
          <a:xfrm>
            <a:off x="1066800" y="4572000"/>
            <a:ext cx="7450016" cy="457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filter((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x: x&gt;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[-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B72634F-5179-46CB-BDF7-6D51786A6B0F}"/>
              </a:ext>
            </a:extLst>
          </p:cNvPr>
          <p:cNvSpPr txBox="1">
            <a:spLocks/>
          </p:cNvSpPr>
          <p:nvPr/>
        </p:nvSpPr>
        <p:spPr>
          <a:xfrm>
            <a:off x="685800" y="273050"/>
            <a:ext cx="7831016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Built-in Higher Order Functions:</a:t>
            </a:r>
            <a:r>
              <a:rPr lang="en-US" sz="3200" dirty="0">
                <a:latin typeface="Consolas" panose="020B0609020204030204" pitchFamily="49" charset="0"/>
              </a:rPr>
              <a:t> filter</a:t>
            </a:r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504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B0FA-F243-4D7F-B0F1-75A7CD3F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Generalizing over Computational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AF0E-CEBA-451E-9410-876B5F2F8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4967"/>
            <a:ext cx="85344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Common structure among problems – Example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34482-27EE-44BC-A801-03829A39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0861D-8B5C-40CD-B6ED-FB3E0FB62B47}"/>
              </a:ext>
            </a:extLst>
          </p:cNvPr>
          <p:cNvSpPr txBox="1"/>
          <p:nvPr/>
        </p:nvSpPr>
        <p:spPr>
          <a:xfrm>
            <a:off x="685799" y="1957222"/>
            <a:ext cx="52323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sum_list([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"""Sums all values in the given list."""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C0E1FC-299B-4D08-B834-665219464E15}"/>
              </a:ext>
            </a:extLst>
          </p:cNvPr>
          <p:cNvCxnSpPr/>
          <p:nvPr/>
        </p:nvCxnSpPr>
        <p:spPr>
          <a:xfrm>
            <a:off x="547036" y="18288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1A09C-907C-4DF4-A6F7-91145FDF61C1}"/>
              </a:ext>
            </a:extLst>
          </p:cNvPr>
          <p:cNvSpPr txBox="1"/>
          <p:nvPr/>
        </p:nvSpPr>
        <p:spPr>
          <a:xfrm>
            <a:off x="685800" y="6113288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C00000"/>
              </a:buClr>
              <a:buFont typeface="Calibri" panose="020F0502020204030204" pitchFamily="34" charset="0"/>
              <a:buChar char="―"/>
            </a:pPr>
            <a:r>
              <a:rPr lang="en-US" sz="3200" dirty="0"/>
              <a:t>Demo!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93B3D81-06AE-424C-BC0A-927579097EC1}"/>
              </a:ext>
            </a:extLst>
          </p:cNvPr>
          <p:cNvCxnSpPr/>
          <p:nvPr/>
        </p:nvCxnSpPr>
        <p:spPr>
          <a:xfrm>
            <a:off x="626843" y="329856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D472EE2-0B64-4656-B3C4-1442C1F79837}"/>
              </a:ext>
            </a:extLst>
          </p:cNvPr>
          <p:cNvSpPr txBox="1"/>
          <p:nvPr/>
        </p:nvSpPr>
        <p:spPr>
          <a:xfrm>
            <a:off x="685800" y="3329022"/>
            <a:ext cx="56341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max_of_list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pt-BR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Returns the maximum value from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the 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given list."""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78C0FD4-FCD2-4E7F-919A-660B85D83859}"/>
              </a:ext>
            </a:extLst>
          </p:cNvPr>
          <p:cNvSpPr txBox="1"/>
          <p:nvPr/>
        </p:nvSpPr>
        <p:spPr>
          <a:xfrm>
            <a:off x="685798" y="4767310"/>
            <a:ext cx="7620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&gt;&gt;&gt;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longest([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Python'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'is'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'so'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'much'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'fun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Returns the longest (leftmost) value 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from the given list.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79A6444-242A-4DE0-920D-6143B09B8FBE}"/>
              </a:ext>
            </a:extLst>
          </p:cNvPr>
          <p:cNvCxnSpPr/>
          <p:nvPr/>
        </p:nvCxnSpPr>
        <p:spPr>
          <a:xfrm>
            <a:off x="547036" y="4724400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5C6F58E-181B-4B39-9DB4-2BDBBD0CE6FB}"/>
              </a:ext>
            </a:extLst>
          </p:cNvPr>
          <p:cNvCxnSpPr/>
          <p:nvPr/>
        </p:nvCxnSpPr>
        <p:spPr>
          <a:xfrm>
            <a:off x="533400" y="6210367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B13D58A-BFD6-4CAA-AE94-FCC2D51CE6DF}"/>
              </a:ext>
            </a:extLst>
          </p:cNvPr>
          <p:cNvSpPr txBox="1"/>
          <p:nvPr/>
        </p:nvSpPr>
        <p:spPr>
          <a:xfrm>
            <a:off x="6085370" y="2563489"/>
            <a:ext cx="2313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441C9D-D54C-4EC4-90C6-D19629C8ECDF}"/>
              </a:ext>
            </a:extLst>
          </p:cNvPr>
          <p:cNvSpPr txBox="1"/>
          <p:nvPr/>
        </p:nvSpPr>
        <p:spPr>
          <a:xfrm>
            <a:off x="6399593" y="1941332"/>
            <a:ext cx="359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DDB3E940-6D51-48F9-A6E8-DB85A15DC7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519027" y="2382891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47791E2-99E7-4712-84D8-B180ADA55147}"/>
              </a:ext>
            </a:extLst>
          </p:cNvPr>
          <p:cNvSpPr txBox="1"/>
          <p:nvPr/>
        </p:nvSpPr>
        <p:spPr>
          <a:xfrm>
            <a:off x="6844161" y="1933792"/>
            <a:ext cx="359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3B481A13-EF8C-427C-BB84-E696F9144A1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63595" y="2375351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0B4714E-0EDB-4B60-B0C2-124F6CA8E87A}"/>
              </a:ext>
            </a:extLst>
          </p:cNvPr>
          <p:cNvSpPr txBox="1"/>
          <p:nvPr/>
        </p:nvSpPr>
        <p:spPr>
          <a:xfrm>
            <a:off x="7233878" y="1933599"/>
            <a:ext cx="359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2A699001-1C73-483C-8FF3-6CBFCBDEA1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53312" y="2375158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23B8AAF-81E9-4666-82C3-235C18841C9D}"/>
              </a:ext>
            </a:extLst>
          </p:cNvPr>
          <p:cNvSpPr txBox="1"/>
          <p:nvPr/>
        </p:nvSpPr>
        <p:spPr>
          <a:xfrm>
            <a:off x="6173101" y="3928450"/>
            <a:ext cx="2313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922B5A-75B4-4634-83A2-7543513358AB}"/>
              </a:ext>
            </a:extLst>
          </p:cNvPr>
          <p:cNvSpPr txBox="1"/>
          <p:nvPr/>
        </p:nvSpPr>
        <p:spPr>
          <a:xfrm>
            <a:off x="6273467" y="3306079"/>
            <a:ext cx="6739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9C875D76-22D2-415D-B72A-194EFAF3E1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06758" y="3747852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6F43C15-3871-424A-9A30-5A3D519C8C49}"/>
              </a:ext>
            </a:extLst>
          </p:cNvPr>
          <p:cNvSpPr txBox="1"/>
          <p:nvPr/>
        </p:nvSpPr>
        <p:spPr>
          <a:xfrm>
            <a:off x="6793332" y="3298753"/>
            <a:ext cx="6739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3FD3B87F-C3C7-42FE-A9C4-10A06357AF4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1326" y="3740312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2B4C755-025A-4A06-AF42-B126BEFBA2BF}"/>
              </a:ext>
            </a:extLst>
          </p:cNvPr>
          <p:cNvSpPr txBox="1"/>
          <p:nvPr/>
        </p:nvSpPr>
        <p:spPr>
          <a:xfrm>
            <a:off x="7321609" y="3298560"/>
            <a:ext cx="6190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442D65C6-024B-4C19-8D0F-3CD705F9875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41043" y="3740119"/>
            <a:ext cx="7387" cy="36576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FBA7A46-638B-4AB2-8401-98C9FE3D70BF}"/>
              </a:ext>
            </a:extLst>
          </p:cNvPr>
          <p:cNvSpPr txBox="1"/>
          <p:nvPr/>
        </p:nvSpPr>
        <p:spPr>
          <a:xfrm>
            <a:off x="4607294" y="5793113"/>
            <a:ext cx="446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Python'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'is'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'so'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'much'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'fun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88A241-8B06-49CE-89DF-35A9DC1F80C8}"/>
              </a:ext>
            </a:extLst>
          </p:cNvPr>
          <p:cNvSpPr txBox="1"/>
          <p:nvPr/>
        </p:nvSpPr>
        <p:spPr>
          <a:xfrm>
            <a:off x="5380521" y="5349234"/>
            <a:ext cx="939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longer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C4A8FC05-70BB-4699-B674-11C50A6D1EE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800193" y="5558543"/>
            <a:ext cx="7387" cy="6400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CFBC5EA-7F66-4D12-8AD2-B6E2E9B79E24}"/>
              </a:ext>
            </a:extLst>
          </p:cNvPr>
          <p:cNvSpPr txBox="1"/>
          <p:nvPr/>
        </p:nvSpPr>
        <p:spPr>
          <a:xfrm>
            <a:off x="6195382" y="5358173"/>
            <a:ext cx="853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longer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62821C-4960-4C85-8D72-9CC70CBEC8E1}"/>
              </a:ext>
            </a:extLst>
          </p:cNvPr>
          <p:cNvSpPr txBox="1"/>
          <p:nvPr/>
        </p:nvSpPr>
        <p:spPr>
          <a:xfrm>
            <a:off x="6967288" y="5367112"/>
            <a:ext cx="939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longer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172860CF-9629-4724-A839-7C215EACE29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517973" y="5586578"/>
            <a:ext cx="7387" cy="6400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DDA7B892-DAD4-4A17-980A-6F683EF0A40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55609" y="5562236"/>
            <a:ext cx="7387" cy="6400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B30DC8DC-B949-4A62-8519-611DFB981D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29436" y="5558543"/>
            <a:ext cx="7387" cy="640080"/>
          </a:xfrm>
          <a:prstGeom prst="curvedConnector3">
            <a:avLst>
              <a:gd name="adj1" fmla="val 3194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AC9F5EF-CE57-4AF3-8E48-758A98671C3A}"/>
              </a:ext>
            </a:extLst>
          </p:cNvPr>
          <p:cNvSpPr txBox="1"/>
          <p:nvPr/>
        </p:nvSpPr>
        <p:spPr>
          <a:xfrm>
            <a:off x="7804746" y="5358173"/>
            <a:ext cx="939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longer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6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4" y="1447800"/>
            <a:ext cx="8658226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reduce (foldr/foldl)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reduce</a:t>
            </a:r>
            <a:r>
              <a:rPr lang="en-US" sz="2400" dirty="0"/>
              <a:t> takes a binary function </a:t>
            </a:r>
            <a:r>
              <a:rPr lang="en-US" sz="2400" i="1" dirty="0">
                <a:latin typeface="Consolas" panose="020B0609020204030204" pitchFamily="49" charset="0"/>
              </a:rPr>
              <a:t>f</a:t>
            </a:r>
            <a:r>
              <a:rPr lang="en-US" sz="2400" dirty="0"/>
              <a:t> and an </a:t>
            </a:r>
            <a:r>
              <a:rPr lang="en-US" sz="2400" dirty="0" err="1"/>
              <a:t>iterable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</a:rPr>
              <a:t>input</a:t>
            </a:r>
            <a:r>
              <a:rPr lang="en-US" sz="2400" dirty="0"/>
              <a:t>. It combines the values in input by applying </a:t>
            </a:r>
            <a:r>
              <a:rPr lang="en-US" sz="2400" i="1" dirty="0">
                <a:latin typeface="Consolas" panose="020B0609020204030204" pitchFamily="49" charset="0"/>
              </a:rPr>
              <a:t>f</a:t>
            </a:r>
            <a:r>
              <a:rPr lang="en-US" sz="2400" dirty="0"/>
              <a:t> and returns a single value. 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reduce(f,[x1,x2,x3,…,</a:t>
            </a:r>
            <a:r>
              <a:rPr lang="en-US" sz="2400" dirty="0" err="1">
                <a:latin typeface="Consolas" panose="020B0609020204030204" pitchFamily="49" charset="0"/>
              </a:rPr>
              <a:t>xn</a:t>
            </a:r>
            <a:r>
              <a:rPr lang="en-US" sz="2400" dirty="0">
                <a:latin typeface="Consolas" panose="020B0609020204030204" pitchFamily="49" charset="0"/>
              </a:rPr>
              <a:t>]) </a:t>
            </a:r>
            <a:r>
              <a:rPr lang="en-US" sz="2400" dirty="0">
                <a:sym typeface="Symbol" panose="05050102010706020507" pitchFamily="18" charset="2"/>
              </a:rPr>
              <a:t> </a:t>
            </a:r>
            <a:r>
              <a:rPr lang="en-US" sz="2400" dirty="0">
                <a:latin typeface="Consolas" panose="020B0609020204030204" pitchFamily="49" charset="0"/>
                <a:sym typeface="Symbol" panose="05050102010706020507" pitchFamily="18" charset="2"/>
              </a:rPr>
              <a:t>f</a:t>
            </a:r>
            <a:r>
              <a:rPr lang="en-US" sz="2400" dirty="0">
                <a:sym typeface="Symbol" panose="05050102010706020507" pitchFamily="18" charset="2"/>
              </a:rPr>
              <a:t>( </a:t>
            </a:r>
            <a:r>
              <a:rPr lang="en-US" sz="2400" dirty="0">
                <a:latin typeface="Consolas" panose="020B0609020204030204" pitchFamily="49" charset="0"/>
                <a:sym typeface="Symbol" panose="05050102010706020507" pitchFamily="18" charset="2"/>
              </a:rPr>
              <a:t>f</a:t>
            </a:r>
            <a:r>
              <a:rPr lang="en-US" sz="2400" dirty="0">
                <a:sym typeface="Symbol" panose="05050102010706020507" pitchFamily="18" charset="2"/>
              </a:rPr>
              <a:t> (</a:t>
            </a:r>
            <a:r>
              <a:rPr lang="en-US" sz="2400" dirty="0">
                <a:latin typeface="Consolas" panose="020B0609020204030204" pitchFamily="49" charset="0"/>
              </a:rPr>
              <a:t>x1,x2),x3… ))</a:t>
            </a:r>
            <a:endParaRPr lang="en-US" dirty="0"/>
          </a:p>
          <a:p>
            <a:pPr marL="457200" lvl="1" indent="0">
              <a:buNone/>
            </a:pPr>
            <a:r>
              <a:rPr lang="en-US" sz="2400" dirty="0"/>
              <a:t>For example:</a:t>
            </a:r>
          </a:p>
          <a:p>
            <a:pPr lvl="1"/>
            <a:endParaRPr lang="en-US" sz="1100" dirty="0"/>
          </a:p>
          <a:p>
            <a:pPr marL="457200" lvl="1" indent="0">
              <a:buNone/>
            </a:pP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17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5983069"/>
            <a:ext cx="8658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en-US" dirty="0"/>
              <a:t> (which are defined and automatically imported from the </a:t>
            </a:r>
            <a:r>
              <a:rPr lang="en-US" dirty="0" err="1"/>
              <a:t>builtins</a:t>
            </a:r>
            <a:r>
              <a:rPr lang="en-US" dirty="0"/>
              <a:t> module) we must import reduce from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functools</a:t>
            </a:r>
            <a:r>
              <a:rPr lang="en-US" dirty="0"/>
              <a:t> module explicitly.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9D3462D-D232-42B5-A6F7-0A678211F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8077200" cy="914400"/>
          </a:xfrm>
        </p:spPr>
        <p:txBody>
          <a:bodyPr>
            <a:noAutofit/>
          </a:bodyPr>
          <a:lstStyle/>
          <a:p>
            <a:r>
              <a:rPr lang="en-US" sz="3600" dirty="0"/>
              <a:t>Built-in Higher Order Functions:  </a:t>
            </a:r>
            <a:r>
              <a:rPr lang="en-US" sz="3200" dirty="0">
                <a:latin typeface="Consolas" panose="020B0609020204030204" pitchFamily="49" charset="0"/>
              </a:rPr>
              <a:t>reduce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58479E-8972-4C99-A319-BFDBEE7C3304}"/>
              </a:ext>
            </a:extLst>
          </p:cNvPr>
          <p:cNvSpPr/>
          <p:nvPr/>
        </p:nvSpPr>
        <p:spPr bwMode="auto">
          <a:xfrm>
            <a:off x="685800" y="4071427"/>
            <a:ext cx="7450016" cy="114853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functools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reduce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reduce((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x,y : x+y), 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range(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 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reduce( max, 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 ) </a:t>
            </a:r>
          </a:p>
        </p:txBody>
      </p:sp>
    </p:spTree>
    <p:extLst>
      <p:ext uri="{BB962C8B-B14F-4D97-AF65-F5344CB8AC3E}">
        <p14:creationId xmlns:p14="http://schemas.microsoft.com/office/powerpoint/2010/main" val="149817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610600" cy="5105400"/>
          </a:xfrm>
        </p:spPr>
        <p:txBody>
          <a:bodyPr>
            <a:normAutofit/>
          </a:bodyPr>
          <a:lstStyle/>
          <a:p>
            <a:r>
              <a:rPr lang="en-US" dirty="0"/>
              <a:t>How to use reduce?</a:t>
            </a:r>
          </a:p>
          <a:p>
            <a:pPr lvl="1"/>
            <a:r>
              <a:rPr lang="en-US" sz="2400" dirty="0"/>
              <a:t>Without the (optional) `</a:t>
            </a:r>
            <a:r>
              <a:rPr lang="en-US" sz="2000" dirty="0" err="1">
                <a:latin typeface="Consolas" panose="020B0609020204030204" pitchFamily="49" charset="0"/>
              </a:rPr>
              <a:t>init</a:t>
            </a:r>
            <a:r>
              <a:rPr lang="en-US" sz="2400" dirty="0"/>
              <a:t>` argument: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2400" dirty="0"/>
              <a:t>With the `</a:t>
            </a:r>
            <a:r>
              <a:rPr lang="en-US" sz="2000" dirty="0" err="1">
                <a:latin typeface="Consolas" panose="020B0609020204030204" pitchFamily="49" charset="0"/>
              </a:rPr>
              <a:t>init</a:t>
            </a:r>
            <a:r>
              <a:rPr lang="en-US" sz="2400" dirty="0"/>
              <a:t>` argument:</a:t>
            </a:r>
          </a:p>
          <a:p>
            <a:pPr lvl="1"/>
            <a:endParaRPr lang="en-US" dirty="0"/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457200" lvl="1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CE53F-0378-466F-BAC0-EE4014261849}"/>
              </a:ext>
            </a:extLst>
          </p:cNvPr>
          <p:cNvSpPr/>
          <p:nvPr/>
        </p:nvSpPr>
        <p:spPr bwMode="auto">
          <a:xfrm>
            <a:off x="351183" y="2387048"/>
            <a:ext cx="8640417" cy="119435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reduce(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x,y : x+y , 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 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#returns 21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reduce( min, 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 ) 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#returns 1  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reduce(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x,y: x[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]+y[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 [(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'Feb'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'Mar'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'Apr'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)])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#returns?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25E6F5-5492-4C7F-974D-7BE0272BD09D}"/>
              </a:ext>
            </a:extLst>
          </p:cNvPr>
          <p:cNvSpPr txBox="1">
            <a:spLocks/>
          </p:cNvSpPr>
          <p:nvPr/>
        </p:nvSpPr>
        <p:spPr>
          <a:xfrm>
            <a:off x="685800" y="228600"/>
            <a:ext cx="7848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Built-in Higher Order Functions:  </a:t>
            </a:r>
            <a:r>
              <a:rPr lang="en-US" sz="3200" dirty="0">
                <a:latin typeface="Consolas" panose="020B0609020204030204" pitchFamily="49" charset="0"/>
              </a:rPr>
              <a:t>reduce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753ED5-605A-46AC-A3F8-CB1138A5B226}"/>
              </a:ext>
            </a:extLst>
          </p:cNvPr>
          <p:cNvSpPr/>
          <p:nvPr/>
        </p:nvSpPr>
        <p:spPr bwMode="auto">
          <a:xfrm>
            <a:off x="129209" y="4876800"/>
            <a:ext cx="8930309" cy="119435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reduce(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x,y : x+y, 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#returns 21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reduce( min, 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#returns 0 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reduce(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x,y: x + y[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 [(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'Feb'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'Mar'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'Apr'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#returns 45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659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E34EE-1B14-4041-AD67-A08C07CE0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question?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2A134-9B55-44AF-91DA-796518A9F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 following higher order functions?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F11F-447C-4BBD-BD14-DED1AAB7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761117-D431-4567-B2F6-C8FB40632C96}"/>
              </a:ext>
            </a:extLst>
          </p:cNvPr>
          <p:cNvSpPr/>
          <p:nvPr/>
        </p:nvSpPr>
        <p:spPr bwMode="auto">
          <a:xfrm>
            <a:off x="1015993" y="2341848"/>
            <a:ext cx="3259016" cy="1676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myFunction1(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v,fn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helper(x):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v,x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helper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C54BC-8214-4024-9B91-B7C83998D94E}"/>
              </a:ext>
            </a:extLst>
          </p:cNvPr>
          <p:cNvSpPr/>
          <p:nvPr/>
        </p:nvSpPr>
        <p:spPr bwMode="auto">
          <a:xfrm>
            <a:off x="4737652" y="2341848"/>
            <a:ext cx="3720548" cy="1676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myFunction2(x,y):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helper(x):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x*x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helper(x)+helper(y)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3D6D6-241C-4E4D-B494-77F94BBD8DF9}"/>
              </a:ext>
            </a:extLst>
          </p:cNvPr>
          <p:cNvSpPr txBox="1"/>
          <p:nvPr/>
        </p:nvSpPr>
        <p:spPr>
          <a:xfrm>
            <a:off x="2286000" y="1940766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8930C8-E8E6-4AFE-9FC3-2A4A355FE946}"/>
              </a:ext>
            </a:extLst>
          </p:cNvPr>
          <p:cNvSpPr txBox="1"/>
          <p:nvPr/>
        </p:nvSpPr>
        <p:spPr>
          <a:xfrm>
            <a:off x="5933816" y="197251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237B8E-D20D-41C7-BB74-A939552DF242}"/>
              </a:ext>
            </a:extLst>
          </p:cNvPr>
          <p:cNvSpPr/>
          <p:nvPr/>
        </p:nvSpPr>
        <p:spPr bwMode="auto">
          <a:xfrm>
            <a:off x="2777592" y="4679950"/>
            <a:ext cx="3089808" cy="8826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myFunction3(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f,y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f(y)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FE5D7-AF31-4001-8F69-0A561AE4EE8E}"/>
              </a:ext>
            </a:extLst>
          </p:cNvPr>
          <p:cNvSpPr txBox="1"/>
          <p:nvPr/>
        </p:nvSpPr>
        <p:spPr>
          <a:xfrm>
            <a:off x="4346618" y="4284548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6C6B1-0A14-4C07-9E24-F90FA28AAB1E}"/>
              </a:ext>
            </a:extLst>
          </p:cNvPr>
          <p:cNvSpPr txBox="1"/>
          <p:nvPr/>
        </p:nvSpPr>
        <p:spPr>
          <a:xfrm>
            <a:off x="3431175" y="6139934"/>
            <a:ext cx="1830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Google forms 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090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FC41F2-B6CE-45D6-BBC0-EB926197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6400"/>
            <a:ext cx="7772400" cy="13620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Functions as Return Values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952109E-A2DA-302D-FD90-687CCB5A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D730D8F-2BFA-4EDA-B0CD-BDD65083BE7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D831A83D-18BB-451A-BFD6-731A917999B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D730D8F-2BFA-4EDA-B0CD-BDD65083BE7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06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BF59-15FD-4C3B-9CB1-F826C1AA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Order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28C06-1600-49E4-9150-DF31A6D36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81766"/>
            <a:ext cx="8610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Functions as arguments:</a:t>
            </a:r>
          </a:p>
          <a:p>
            <a:r>
              <a:rPr lang="en-US" sz="2300" dirty="0"/>
              <a:t>The function </a:t>
            </a:r>
            <a:r>
              <a:rPr lang="en-US" sz="2300" dirty="0">
                <a:latin typeface="Consolas" panose="020B0609020204030204" pitchFamily="49" charset="0"/>
              </a:rPr>
              <a:t>myApply</a:t>
            </a:r>
            <a:r>
              <a:rPr lang="en-US" sz="2300" dirty="0"/>
              <a:t> below takes a function as its first argument, and calls that function on its second argument:</a:t>
            </a:r>
          </a:p>
          <a:p>
            <a:endParaRPr lang="en-US" sz="2300" dirty="0"/>
          </a:p>
          <a:p>
            <a:endParaRPr lang="en-US" sz="2300" dirty="0"/>
          </a:p>
          <a:p>
            <a:endParaRPr lang="en-US" sz="23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Functions as return value:</a:t>
            </a:r>
          </a:p>
          <a:p>
            <a:r>
              <a:rPr lang="en-US" sz="2300" dirty="0"/>
              <a:t>The function </a:t>
            </a:r>
            <a:r>
              <a:rPr lang="en-US" sz="2300" dirty="0" err="1">
                <a:latin typeface="Consolas" panose="020B0609020204030204" pitchFamily="49" charset="0"/>
              </a:rPr>
              <a:t>addFunc</a:t>
            </a:r>
            <a:r>
              <a:rPr lang="en-US" sz="2300" dirty="0"/>
              <a:t> below takes two functions as its argument and returns a function:</a:t>
            </a:r>
          </a:p>
          <a:p>
            <a:endParaRPr lang="en-US" sz="2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560DA-D4F8-4F3D-84EB-3DBEF268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21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048A1A-0924-4750-89D3-DC6990928C76}"/>
              </a:ext>
            </a:extLst>
          </p:cNvPr>
          <p:cNvSpPr/>
          <p:nvPr/>
        </p:nvSpPr>
        <p:spPr bwMode="auto">
          <a:xfrm>
            <a:off x="870183" y="2209800"/>
            <a:ext cx="7450016" cy="109606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myApply(fun, x):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fun(x)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myApply(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meaningOfLife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 will return "happiness"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A5415D-FDDB-497F-A254-E6A4D1B974A7}"/>
              </a:ext>
            </a:extLst>
          </p:cNvPr>
          <p:cNvSpPr/>
          <p:nvPr/>
        </p:nvSpPr>
        <p:spPr bwMode="auto">
          <a:xfrm>
            <a:off x="846992" y="4660072"/>
            <a:ext cx="7450016" cy="1905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(f, g):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adder(x): 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f(x) + g(x) 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adder 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math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sin, cos, pi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 =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(sin, cos)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sin(pi/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+ cos(pi/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74515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2E91-ACC3-4DC0-9CE2-4EC43F7CD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as Return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5287E-BE7C-48DE-B851-0B1B81AED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5562600" cy="5105400"/>
          </a:xfrm>
        </p:spPr>
        <p:txBody>
          <a:bodyPr/>
          <a:lstStyle/>
          <a:p>
            <a:r>
              <a:rPr lang="en-US" sz="2800" dirty="0"/>
              <a:t>Consider the following function: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2534E-B86B-4B28-A0D1-5935D7EC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0F72DA-8DC2-4624-9B22-5D27B13A70DF}"/>
              </a:ext>
            </a:extLst>
          </p:cNvPr>
          <p:cNvSpPr/>
          <p:nvPr/>
        </p:nvSpPr>
        <p:spPr bwMode="auto">
          <a:xfrm>
            <a:off x="1021481" y="1828800"/>
            <a:ext cx="3702919" cy="403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make_multiplier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multiplier(x):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* n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multiplier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Multiplier of 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timesby5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make_multiplier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Multiplier of 10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timesby10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make_multiplier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timesby5(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?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timesby10(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5A7BB5-D050-4001-96C4-D86FB3E525FA}"/>
              </a:ext>
            </a:extLst>
          </p:cNvPr>
          <p:cNvSpPr txBox="1">
            <a:spLocks/>
          </p:cNvSpPr>
          <p:nvPr/>
        </p:nvSpPr>
        <p:spPr>
          <a:xfrm>
            <a:off x="4863565" y="2257124"/>
            <a:ext cx="41148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400" dirty="0"/>
              <a:t>Is `</a:t>
            </a:r>
            <a:r>
              <a:rPr lang="en-US" sz="2200" dirty="0" err="1">
                <a:latin typeface="Consolas" panose="020B0609020204030204" pitchFamily="49" charset="0"/>
              </a:rPr>
              <a:t>make_multiplier</a:t>
            </a:r>
            <a:r>
              <a:rPr lang="en-US" sz="2200" dirty="0">
                <a:latin typeface="Consolas" panose="020B0609020204030204" pitchFamily="49" charset="0"/>
              </a:rPr>
              <a:t>`</a:t>
            </a:r>
            <a:r>
              <a:rPr lang="en-US" sz="2200" dirty="0"/>
              <a:t> </a:t>
            </a:r>
            <a:r>
              <a:rPr lang="en-US" sz="2400" dirty="0"/>
              <a:t>a higher order function?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will the following evaluate to ?</a:t>
            </a:r>
          </a:p>
          <a:p>
            <a:pPr marL="857250" lvl="2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timesby5(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57250" lvl="2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timesby10(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16ACC7-0FFF-47B0-9FD3-8D62FFF80EEC}"/>
              </a:ext>
            </a:extLst>
          </p:cNvPr>
          <p:cNvSpPr/>
          <p:nvPr/>
        </p:nvSpPr>
        <p:spPr bwMode="auto">
          <a:xfrm>
            <a:off x="507131" y="1828800"/>
            <a:ext cx="395438" cy="403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1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3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7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8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11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13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549F73-E584-4BD1-8F48-09B6C156F9B2}"/>
              </a:ext>
            </a:extLst>
          </p:cNvPr>
          <p:cNvSpPr/>
          <p:nvPr/>
        </p:nvSpPr>
        <p:spPr bwMode="auto">
          <a:xfrm>
            <a:off x="304800" y="4933750"/>
            <a:ext cx="4800600" cy="304800"/>
          </a:xfrm>
          <a:prstGeom prst="round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  <a:miter lim="800000"/>
            <a:headEnd/>
            <a:tailEnd/>
          </a:ln>
        </p:spPr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5FE9AC-722D-408C-A6DC-106333101E14}"/>
              </a:ext>
            </a:extLst>
          </p:cNvPr>
          <p:cNvSpPr/>
          <p:nvPr/>
        </p:nvSpPr>
        <p:spPr bwMode="auto">
          <a:xfrm>
            <a:off x="298183" y="5410200"/>
            <a:ext cx="4800600" cy="304800"/>
          </a:xfrm>
          <a:prstGeom prst="round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  <a:miter lim="800000"/>
            <a:headEnd/>
            <a:tailEnd/>
          </a:ln>
        </p:spPr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280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696200" cy="914400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Functions as Return Values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29357" y="6293023"/>
            <a:ext cx="2133600" cy="365125"/>
          </a:xfrm>
        </p:spPr>
        <p:txBody>
          <a:bodyPr/>
          <a:lstStyle/>
          <a:p>
            <a:fld id="{54E617D6-13A1-4BD1-803E-EFC3BB400E6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5A1893-86D9-4886-B713-DFA6A16A75E7}"/>
              </a:ext>
            </a:extLst>
          </p:cNvPr>
          <p:cNvSpPr/>
          <p:nvPr/>
        </p:nvSpPr>
        <p:spPr bwMode="auto">
          <a:xfrm>
            <a:off x="2514600" y="1600201"/>
            <a:ext cx="5073689" cy="303099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wrap="none" lIns="92075" tIns="46038" rIns="92075" bIns="46038" rtlCol="0" anchor="ctr"/>
          <a:lstStyle/>
          <a:p>
            <a:pPr>
              <a:spcBef>
                <a:spcPts val="300"/>
              </a:spcBef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make_multiplier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(n):</a:t>
            </a:r>
          </a:p>
          <a:p>
            <a:pPr>
              <a:spcBef>
                <a:spcPts val="300"/>
              </a:spcBef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multiplier(x):</a:t>
            </a:r>
          </a:p>
          <a:p>
            <a:pPr>
              <a:spcBef>
                <a:spcPts val="300"/>
              </a:spcBef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* n</a:t>
            </a:r>
          </a:p>
          <a:p>
            <a:pPr>
              <a:spcBef>
                <a:spcPts val="300"/>
              </a:spcBef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multiplier</a:t>
            </a:r>
          </a:p>
          <a:p>
            <a:pPr>
              <a:spcBef>
                <a:spcPts val="300"/>
              </a:spcBef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Multiplier of 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timesby5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make_multiplier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300"/>
              </a:spcBef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timesby5(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?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665D22-5B3E-4C97-8E25-36EC7395BEE2}"/>
              </a:ext>
            </a:extLst>
          </p:cNvPr>
          <p:cNvSpPr txBox="1"/>
          <p:nvPr/>
        </p:nvSpPr>
        <p:spPr>
          <a:xfrm>
            <a:off x="1555710" y="5969267"/>
            <a:ext cx="603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Python Tutor visualizer</a:t>
            </a:r>
            <a:r>
              <a:rPr lang="en-US" dirty="0"/>
              <a:t> : </a:t>
            </a:r>
            <a:r>
              <a:rPr lang="en-US" dirty="0">
                <a:hlinkClick r:id="rId4"/>
              </a:rPr>
              <a:t>https://tinyurl.com/pythontutorlink</a:t>
            </a:r>
            <a:r>
              <a:rPr lang="en-US" dirty="0"/>
              <a:t>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D47518-32CC-43D5-90C5-1A6C6F76584F}"/>
              </a:ext>
            </a:extLst>
          </p:cNvPr>
          <p:cNvSpPr/>
          <p:nvPr/>
        </p:nvSpPr>
        <p:spPr bwMode="auto">
          <a:xfrm>
            <a:off x="2147406" y="1580679"/>
            <a:ext cx="361248" cy="308877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pPr>
              <a:spcBef>
                <a:spcPts val="300"/>
              </a:spcBef>
            </a:pPr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1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>
              <a:spcBef>
                <a:spcPts val="300"/>
              </a:spcBef>
            </a:pPr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3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>
              <a:spcBef>
                <a:spcPts val="300"/>
              </a:spcBef>
            </a:pPr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>
              <a:spcBef>
                <a:spcPts val="300"/>
              </a:spcBef>
            </a:pPr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7</a:t>
            </a:r>
          </a:p>
          <a:p>
            <a:pPr>
              <a:spcBef>
                <a:spcPts val="300"/>
              </a:spcBef>
            </a:pPr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8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6EC99AFD-BB87-48B0-BE50-1F38B92E8588}"/>
              </a:ext>
            </a:extLst>
          </p:cNvPr>
          <p:cNvGrpSpPr/>
          <p:nvPr/>
        </p:nvGrpSpPr>
        <p:grpSpPr>
          <a:xfrm>
            <a:off x="2971800" y="1295401"/>
            <a:ext cx="2438400" cy="847983"/>
            <a:chOff x="2971800" y="1295401"/>
            <a:chExt cx="2438400" cy="847983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ED6C1D6F-5C66-4F9B-8265-F12465DE2AEA}"/>
                </a:ext>
              </a:extLst>
            </p:cNvPr>
            <p:cNvSpPr/>
            <p:nvPr/>
          </p:nvSpPr>
          <p:spPr bwMode="auto">
            <a:xfrm>
              <a:off x="3962400" y="1295401"/>
              <a:ext cx="1447800" cy="478533"/>
            </a:xfrm>
            <a:prstGeom prst="roundRect">
              <a:avLst>
                <a:gd name="adj" fmla="val 29298"/>
              </a:avLst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92075" tIns="46038" rIns="92075" bIns="4603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 function that returns a function</a:t>
              </a:r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BA1F7766-5BE7-41C6-8F2A-BBC426E170DA}"/>
                </a:ext>
              </a:extLst>
            </p:cNvPr>
            <p:cNvCxnSpPr>
              <a:cxnSpLocks/>
              <a:stCxn id="2" idx="1"/>
              <a:endCxn id="9" idx="0"/>
            </p:cNvCxnSpPr>
            <p:nvPr/>
          </p:nvCxnSpPr>
          <p:spPr>
            <a:xfrm rot="10800000" flipV="1">
              <a:off x="3848100" y="1534668"/>
              <a:ext cx="114300" cy="43498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C4AB9DD-1C9E-4B11-932E-690B612F244C}"/>
                </a:ext>
              </a:extLst>
            </p:cNvPr>
            <p:cNvSpPr/>
            <p:nvPr/>
          </p:nvSpPr>
          <p:spPr bwMode="auto">
            <a:xfrm>
              <a:off x="2971800" y="1969650"/>
              <a:ext cx="1752600" cy="173734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dash"/>
              <a:miter lim="800000"/>
              <a:headEnd/>
              <a:tailEnd/>
            </a:ln>
          </p:spPr>
          <p:txBody>
            <a:bodyPr wrap="none" lIns="92075" tIns="46038" rIns="92075" bIns="46038" rtlCol="0" anchor="ctr"/>
            <a:lstStyle/>
            <a:p>
              <a:pPr algn="ctr"/>
              <a:endParaRPr lang="en-US" sz="1200" b="1">
                <a:latin typeface="Arial" pitchFamily="34" charset="0"/>
              </a:endParaRPr>
            </a:p>
          </p:txBody>
        </p:sp>
      </p:grpSp>
      <p:grpSp>
        <p:nvGrpSpPr>
          <p:cNvPr id="9230" name="Group 9229">
            <a:extLst>
              <a:ext uri="{FF2B5EF4-FFF2-40B4-BE49-F238E27FC236}">
                <a16:creationId xmlns:a16="http://schemas.microsoft.com/office/drawing/2014/main" id="{ADB5EDF0-BF67-4968-BC9C-BD1BFA278047}"/>
              </a:ext>
            </a:extLst>
          </p:cNvPr>
          <p:cNvGrpSpPr/>
          <p:nvPr/>
        </p:nvGrpSpPr>
        <p:grpSpPr>
          <a:xfrm>
            <a:off x="696632" y="3576463"/>
            <a:ext cx="2847871" cy="1376537"/>
            <a:chOff x="696632" y="3576463"/>
            <a:chExt cx="2847871" cy="1376537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ABE5616-809A-4EB8-B32B-03F51CFD4D23}"/>
                </a:ext>
              </a:extLst>
            </p:cNvPr>
            <p:cNvSpPr/>
            <p:nvPr/>
          </p:nvSpPr>
          <p:spPr bwMode="auto">
            <a:xfrm>
              <a:off x="2508654" y="3576463"/>
              <a:ext cx="1035849" cy="279537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dash"/>
              <a:miter lim="800000"/>
              <a:headEnd/>
              <a:tailEnd/>
            </a:ln>
          </p:spPr>
          <p:txBody>
            <a:bodyPr wrap="none" lIns="92075" tIns="46038" rIns="92075" bIns="46038" rtlCol="0" anchor="ctr"/>
            <a:lstStyle/>
            <a:p>
              <a:pPr algn="ctr"/>
              <a:endParaRPr lang="en-US" sz="1200" b="1">
                <a:latin typeface="Arial" pitchFamily="34" charset="0"/>
              </a:endParaRP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BC1756CC-7E07-4AFF-BA9F-EF8C7E5014D9}"/>
                </a:ext>
              </a:extLst>
            </p:cNvPr>
            <p:cNvSpPr/>
            <p:nvPr/>
          </p:nvSpPr>
          <p:spPr bwMode="auto">
            <a:xfrm>
              <a:off x="696632" y="4448225"/>
              <a:ext cx="1665567" cy="504775"/>
            </a:xfrm>
            <a:prstGeom prst="roundRect">
              <a:avLst>
                <a:gd name="adj" fmla="val 29298"/>
              </a:avLst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92075" tIns="46038" rIns="92075" bIns="4603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The name </a:t>
              </a:r>
              <a:r>
                <a:rPr lang="en-US" sz="1200" dirty="0">
                  <a:solidFill>
                    <a:schemeClr val="tx1"/>
                  </a:solidFill>
                  <a:latin typeface="Consolas" panose="020B0609020204030204" pitchFamily="49" charset="0"/>
                </a:rPr>
                <a:t>timesby5</a:t>
              </a:r>
              <a:r>
                <a:rPr lang="en-US" sz="1200" dirty="0">
                  <a:solidFill>
                    <a:schemeClr val="tx1"/>
                  </a:solidFill>
                </a:rPr>
                <a:t> is bound to a function</a:t>
              </a:r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84083C3A-29E0-4DF9-A9DE-FFFC9D81B98C}"/>
                </a:ext>
              </a:extLst>
            </p:cNvPr>
            <p:cNvCxnSpPr>
              <a:cxnSpLocks/>
              <a:stCxn id="42" idx="0"/>
              <a:endCxn id="41" idx="2"/>
            </p:cNvCxnSpPr>
            <p:nvPr/>
          </p:nvCxnSpPr>
          <p:spPr>
            <a:xfrm rot="5400000" flipH="1" flipV="1">
              <a:off x="1981885" y="3403532"/>
              <a:ext cx="592225" cy="1497163"/>
            </a:xfrm>
            <a:prstGeom prst="bentConnector3">
              <a:avLst>
                <a:gd name="adj1" fmla="val 6137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28" name="Group 9227">
            <a:extLst>
              <a:ext uri="{FF2B5EF4-FFF2-40B4-BE49-F238E27FC236}">
                <a16:creationId xmlns:a16="http://schemas.microsoft.com/office/drawing/2014/main" id="{20CFCE50-FFFA-48F8-9907-644455459009}"/>
              </a:ext>
            </a:extLst>
          </p:cNvPr>
          <p:cNvGrpSpPr/>
          <p:nvPr/>
        </p:nvGrpSpPr>
        <p:grpSpPr>
          <a:xfrm>
            <a:off x="2933700" y="2242685"/>
            <a:ext cx="4598135" cy="585926"/>
            <a:chOff x="2933700" y="2242685"/>
            <a:chExt cx="4598135" cy="585926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484AFA8-EB77-4020-B687-D7D793AFABCB}"/>
                </a:ext>
              </a:extLst>
            </p:cNvPr>
            <p:cNvSpPr/>
            <p:nvPr/>
          </p:nvSpPr>
          <p:spPr bwMode="auto">
            <a:xfrm>
              <a:off x="2933700" y="2242685"/>
              <a:ext cx="2171700" cy="504775"/>
            </a:xfrm>
            <a:prstGeom prst="roundRect">
              <a:avLst/>
            </a:prstGeom>
            <a:noFill/>
            <a:ln w="19050">
              <a:solidFill>
                <a:srgbClr val="0000FF"/>
              </a:solidFill>
              <a:prstDash val="dash"/>
              <a:miter lim="800000"/>
              <a:headEnd/>
              <a:tailEnd/>
            </a:ln>
          </p:spPr>
          <p:txBody>
            <a:bodyPr wrap="none" lIns="92075" tIns="46038" rIns="92075" bIns="46038" rtlCol="0" anchor="ctr"/>
            <a:lstStyle/>
            <a:p>
              <a:pPr algn="ctr"/>
              <a:endParaRPr lang="en-US" sz="1200" b="1">
                <a:latin typeface="Arial" pitchFamily="34" charset="0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D26E042-BF6A-41C4-85B0-DD97ECADACA4}"/>
                </a:ext>
              </a:extLst>
            </p:cNvPr>
            <p:cNvSpPr/>
            <p:nvPr/>
          </p:nvSpPr>
          <p:spPr bwMode="auto">
            <a:xfrm>
              <a:off x="5866268" y="2323836"/>
              <a:ext cx="1665567" cy="504775"/>
            </a:xfrm>
            <a:prstGeom prst="roundRect">
              <a:avLst>
                <a:gd name="adj" fmla="val 29298"/>
              </a:avLst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92075" tIns="46038" rIns="92075" bIns="4603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 function defined in another function</a:t>
              </a:r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625749E8-56AB-41DA-A415-B79C1CB646C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087615" y="2459734"/>
              <a:ext cx="752504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29" name="Group 9228">
            <a:extLst>
              <a:ext uri="{FF2B5EF4-FFF2-40B4-BE49-F238E27FC236}">
                <a16:creationId xmlns:a16="http://schemas.microsoft.com/office/drawing/2014/main" id="{20326566-4077-42E6-86E3-17C7C5A32EB2}"/>
              </a:ext>
            </a:extLst>
          </p:cNvPr>
          <p:cNvGrpSpPr/>
          <p:nvPr/>
        </p:nvGrpSpPr>
        <p:grpSpPr>
          <a:xfrm>
            <a:off x="4903161" y="2588455"/>
            <a:ext cx="2658979" cy="925957"/>
            <a:chOff x="4903161" y="2588455"/>
            <a:chExt cx="2658979" cy="925957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C993BB0-B3EE-409F-B32B-7DF3842CEEA6}"/>
                </a:ext>
              </a:extLst>
            </p:cNvPr>
            <p:cNvSpPr/>
            <p:nvPr/>
          </p:nvSpPr>
          <p:spPr bwMode="auto">
            <a:xfrm>
              <a:off x="5896573" y="3009637"/>
              <a:ext cx="1665567" cy="504775"/>
            </a:xfrm>
            <a:prstGeom prst="roundRect">
              <a:avLst>
                <a:gd name="adj" fmla="val 29298"/>
              </a:avLst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92075" tIns="46038" rIns="92075" bIns="4603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Can refer to names in the enclosing function</a:t>
              </a:r>
            </a:p>
          </p:txBody>
        </p: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642EC747-882F-47F5-9A1B-9BA2A6CFA78E}"/>
                </a:ext>
              </a:extLst>
            </p:cNvPr>
            <p:cNvCxnSpPr>
              <a:cxnSpLocks/>
              <a:stCxn id="62" idx="1"/>
            </p:cNvCxnSpPr>
            <p:nvPr/>
          </p:nvCxnSpPr>
          <p:spPr>
            <a:xfrm rot="10800000">
              <a:off x="4903161" y="2588455"/>
              <a:ext cx="993412" cy="67357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634135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696200" cy="914400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Functions as Return Values</a:t>
            </a:r>
            <a:endParaRPr lang="en-US" alt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23786" y="5888577"/>
            <a:ext cx="2147424" cy="338554"/>
            <a:chOff x="4843160" y="3276600"/>
            <a:chExt cx="1687256" cy="338554"/>
          </a:xfrm>
        </p:grpSpPr>
        <p:sp>
          <p:nvSpPr>
            <p:cNvPr id="10" name="TextBox 9"/>
            <p:cNvSpPr txBox="1"/>
            <p:nvPr/>
          </p:nvSpPr>
          <p:spPr>
            <a:xfrm>
              <a:off x="4843160" y="3276600"/>
              <a:ext cx="1312868" cy="33855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</a:rPr>
                <a:t>n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56028" y="3276600"/>
              <a:ext cx="374388" cy="33855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981E32"/>
                  </a:solidFill>
                  <a:latin typeface="Consolas" panose="020B0609020204030204" pitchFamily="49" charset="0"/>
                </a:rPr>
                <a:t>5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22" name="Straight Arrow Connector 21"/>
          <p:cNvCxnSpPr>
            <a:cxnSpLocks/>
          </p:cNvCxnSpPr>
          <p:nvPr/>
        </p:nvCxnSpPr>
        <p:spPr>
          <a:xfrm flipV="1">
            <a:off x="1909644" y="5102383"/>
            <a:ext cx="0" cy="78619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1000" y="5355631"/>
            <a:ext cx="16057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f1: call to </a:t>
            </a:r>
          </a:p>
          <a:p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make_multiplier</a:t>
            </a:r>
            <a:endParaRPr lang="en-US" sz="1300" dirty="0">
              <a:solidFill>
                <a:srgbClr val="0000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ight Arrow 16"/>
          <p:cNvSpPr/>
          <p:nvPr/>
        </p:nvSpPr>
        <p:spPr bwMode="auto">
          <a:xfrm>
            <a:off x="3204634" y="4970262"/>
            <a:ext cx="533400" cy="383046"/>
          </a:xfrm>
          <a:prstGeom prst="rightArrow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  <p:sp>
        <p:nvSpPr>
          <p:cNvPr id="40" name="Multiply 39"/>
          <p:cNvSpPr/>
          <p:nvPr/>
        </p:nvSpPr>
        <p:spPr bwMode="auto">
          <a:xfrm>
            <a:off x="1366774" y="5562508"/>
            <a:ext cx="1028700" cy="990692"/>
          </a:xfrm>
          <a:prstGeom prst="mathMultiply">
            <a:avLst>
              <a:gd name="adj1" fmla="val 1131"/>
            </a:avLst>
          </a:prstGeom>
          <a:ln w="9525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646770" y="987745"/>
            <a:ext cx="421618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981E32"/>
              </a:buClr>
              <a:buFont typeface="Arial" panose="020B0604020202020204" pitchFamily="34" charset="0"/>
              <a:buChar char="•"/>
            </a:pPr>
            <a:r>
              <a:rPr lang="en-US" dirty="0"/>
              <a:t>Problem:  The frame </a:t>
            </a:r>
            <a:r>
              <a:rPr lang="en-US" dirty="0">
                <a:solidFill>
                  <a:srgbClr val="0000FF"/>
                </a:solidFill>
              </a:rPr>
              <a:t>f1 (for call to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make_multiplier</a:t>
            </a:r>
            <a:r>
              <a:rPr lang="en-US" dirty="0">
                <a:solidFill>
                  <a:srgbClr val="0000FF"/>
                </a:solidFill>
              </a:rPr>
              <a:t>) </a:t>
            </a:r>
            <a:r>
              <a:rPr lang="en-US" dirty="0"/>
              <a:t>is no longer in the environment. How can we lookup for the value of “n”?</a:t>
            </a:r>
          </a:p>
          <a:p>
            <a:pPr marL="342900" indent="-342900">
              <a:buClr>
                <a:srgbClr val="981E32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342900" indent="-342900">
              <a:buClr>
                <a:srgbClr val="981E32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How can functions be evaluated in old environments that aren’t around anymore?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29357" y="6293023"/>
            <a:ext cx="2133600" cy="365125"/>
          </a:xfrm>
        </p:spPr>
        <p:txBody>
          <a:bodyPr/>
          <a:lstStyle/>
          <a:p>
            <a:fld id="{54E617D6-13A1-4BD1-803E-EFC3BB400E6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5A1893-86D9-4886-B713-DFA6A16A75E7}"/>
              </a:ext>
            </a:extLst>
          </p:cNvPr>
          <p:cNvSpPr/>
          <p:nvPr/>
        </p:nvSpPr>
        <p:spPr bwMode="auto">
          <a:xfrm>
            <a:off x="619361" y="914400"/>
            <a:ext cx="3702919" cy="24043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make_multiplier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multiplier(x):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* n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multiplier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Multiplier of 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timesby5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make_multiplier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timesby5(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?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99A156-EE0C-42B8-B6FC-3E7FEF0F0E07}"/>
              </a:ext>
            </a:extLst>
          </p:cNvPr>
          <p:cNvSpPr txBox="1"/>
          <p:nvPr/>
        </p:nvSpPr>
        <p:spPr>
          <a:xfrm>
            <a:off x="459449" y="4007821"/>
            <a:ext cx="167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global frame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EF3E3-81CD-4F1C-BDB2-96C429B1A0B2}"/>
              </a:ext>
            </a:extLst>
          </p:cNvPr>
          <p:cNvSpPr txBox="1"/>
          <p:nvPr/>
        </p:nvSpPr>
        <p:spPr>
          <a:xfrm>
            <a:off x="2162607" y="4038600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func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make_multiplier</a:t>
            </a:r>
            <a:r>
              <a:rPr lang="en-US" sz="1200" dirty="0">
                <a:latin typeface="Consolas" panose="020B0609020204030204" pitchFamily="49" charset="0"/>
              </a:rPr>
              <a:t>(n)</a:t>
            </a:r>
          </a:p>
        </p:txBody>
      </p:sp>
      <p:grpSp>
        <p:nvGrpSpPr>
          <p:cNvPr id="9238" name="Group 9237">
            <a:extLst>
              <a:ext uri="{FF2B5EF4-FFF2-40B4-BE49-F238E27FC236}">
                <a16:creationId xmlns:a16="http://schemas.microsoft.com/office/drawing/2014/main" id="{A604D24F-B651-493A-8328-72E09285C352}"/>
              </a:ext>
            </a:extLst>
          </p:cNvPr>
          <p:cNvGrpSpPr/>
          <p:nvPr/>
        </p:nvGrpSpPr>
        <p:grpSpPr>
          <a:xfrm>
            <a:off x="523785" y="4295026"/>
            <a:ext cx="2060613" cy="804672"/>
            <a:chOff x="523785" y="3915707"/>
            <a:chExt cx="2060613" cy="804672"/>
          </a:xfrm>
        </p:grpSpPr>
        <p:sp>
          <p:nvSpPr>
            <p:cNvPr id="3" name="TextBox 2"/>
            <p:cNvSpPr txBox="1"/>
            <p:nvPr/>
          </p:nvSpPr>
          <p:spPr>
            <a:xfrm>
              <a:off x="523785" y="3917820"/>
              <a:ext cx="1676457" cy="80021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 err="1">
                  <a:latin typeface="Consolas" panose="020B0609020204030204" pitchFamily="49" charset="0"/>
                </a:rPr>
                <a:t>make_multiplier</a:t>
              </a:r>
              <a:endParaRPr lang="en-US" sz="1400" dirty="0">
                <a:latin typeface="Consolas" panose="020B0609020204030204" pitchFamily="49" charset="0"/>
              </a:endParaRPr>
            </a:p>
            <a:p>
              <a:pPr algn="ctr"/>
              <a:endParaRPr lang="en-US" sz="1600" dirty="0">
                <a:latin typeface="Consolas" panose="020B0609020204030204" pitchFamily="49" charset="0"/>
              </a:endParaRPr>
            </a:p>
            <a:p>
              <a:pPr algn="ctr"/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E7E3682-B578-468F-8268-AA8087C047D3}"/>
                </a:ext>
              </a:extLst>
            </p:cNvPr>
            <p:cNvSpPr txBox="1"/>
            <p:nvPr/>
          </p:nvSpPr>
          <p:spPr>
            <a:xfrm>
              <a:off x="2200175" y="3915707"/>
              <a:ext cx="384223" cy="804672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1400" dirty="0">
                <a:latin typeface="Consolas" panose="020B0609020204030204" pitchFamily="49" charset="0"/>
              </a:endParaRPr>
            </a:p>
            <a:p>
              <a:pPr algn="ctr"/>
              <a:r>
                <a:rPr lang="en-US" sz="1400" dirty="0">
                  <a:latin typeface="Consolas" panose="020B0609020204030204" pitchFamily="49" charset="0"/>
                </a:rPr>
                <a:t> </a:t>
              </a:r>
            </a:p>
            <a:p>
              <a:pPr algn="ctr"/>
              <a:endParaRPr lang="en-US" sz="1600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B967EBF1-66C1-4C8B-9A0E-A9029B8503EE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428786" y="4315599"/>
            <a:ext cx="803185" cy="26357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BD7D593-4B81-4FB2-B353-67727ABA7BFE}"/>
              </a:ext>
            </a:extLst>
          </p:cNvPr>
          <p:cNvSpPr txBox="1"/>
          <p:nvPr/>
        </p:nvSpPr>
        <p:spPr>
          <a:xfrm>
            <a:off x="4577866" y="4255284"/>
            <a:ext cx="1676457" cy="8046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 err="1">
                <a:latin typeface="Consolas" panose="020B0609020204030204" pitchFamily="49" charset="0"/>
              </a:rPr>
              <a:t>make_multiplier</a:t>
            </a:r>
            <a:endParaRPr lang="en-US" sz="1400" dirty="0">
              <a:latin typeface="Consolas" panose="020B0609020204030204" pitchFamily="49" charset="0"/>
            </a:endParaRPr>
          </a:p>
          <a:p>
            <a:pPr algn="ctr"/>
            <a:endParaRPr lang="en-US" sz="1400" dirty="0"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</a:pPr>
            <a:r>
              <a:rPr lang="en-US" sz="1400" dirty="0">
                <a:latin typeface="Consolas" panose="020B0609020204030204" pitchFamily="49" charset="0"/>
              </a:rPr>
              <a:t>timesby5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D93956-531A-4D8F-804D-2790AB625758}"/>
              </a:ext>
            </a:extLst>
          </p:cNvPr>
          <p:cNvSpPr txBox="1"/>
          <p:nvPr/>
        </p:nvSpPr>
        <p:spPr>
          <a:xfrm>
            <a:off x="4496024" y="3962400"/>
            <a:ext cx="167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global frame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41F20F-18DD-4909-BF31-F56374D4A568}"/>
              </a:ext>
            </a:extLst>
          </p:cNvPr>
          <p:cNvSpPr txBox="1"/>
          <p:nvPr/>
        </p:nvSpPr>
        <p:spPr>
          <a:xfrm>
            <a:off x="6230877" y="3838911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func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make_multiplier</a:t>
            </a:r>
            <a:r>
              <a:rPr lang="en-US" sz="1200" dirty="0">
                <a:latin typeface="Consolas" panose="020B0609020204030204" pitchFamily="49" charset="0"/>
              </a:rPr>
              <a:t>(n)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0CDE83-29BB-49BD-B889-5816614842E7}"/>
              </a:ext>
            </a:extLst>
          </p:cNvPr>
          <p:cNvSpPr txBox="1"/>
          <p:nvPr/>
        </p:nvSpPr>
        <p:spPr>
          <a:xfrm>
            <a:off x="6256902" y="4255283"/>
            <a:ext cx="384223" cy="8046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 </a:t>
            </a:r>
          </a:p>
          <a:p>
            <a:pPr algn="ctr"/>
            <a:endParaRPr lang="en-US" sz="1600" dirty="0">
              <a:latin typeface="Consolas" panose="020B0609020204030204" pitchFamily="49" charset="0"/>
            </a:endParaRP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105FB33A-B0CE-4747-B3A0-C3FCD8279A0D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6507409" y="4115910"/>
            <a:ext cx="792832" cy="3213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7" name="Straight Connector 9216">
            <a:extLst>
              <a:ext uri="{FF2B5EF4-FFF2-40B4-BE49-F238E27FC236}">
                <a16:creationId xmlns:a16="http://schemas.microsoft.com/office/drawing/2014/main" id="{0C8E3671-ABD6-4F51-8744-F51AE57201BE}"/>
              </a:ext>
            </a:extLst>
          </p:cNvPr>
          <p:cNvCxnSpPr>
            <a:stCxn id="45" idx="1"/>
            <a:endCxn id="54" idx="3"/>
          </p:cNvCxnSpPr>
          <p:nvPr/>
        </p:nvCxnSpPr>
        <p:spPr>
          <a:xfrm flipV="1">
            <a:off x="4577866" y="4657619"/>
            <a:ext cx="206325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5BB117B-1977-479A-BEB9-B85374CFD171}"/>
              </a:ext>
            </a:extLst>
          </p:cNvPr>
          <p:cNvSpPr txBox="1"/>
          <p:nvPr/>
        </p:nvSpPr>
        <p:spPr>
          <a:xfrm>
            <a:off x="6754863" y="4463472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func</a:t>
            </a:r>
            <a:r>
              <a:rPr lang="en-US" sz="1200" dirty="0">
                <a:latin typeface="Consolas" panose="020B0609020204030204" pitchFamily="49" charset="0"/>
              </a:rPr>
              <a:t> multiplier(x)</a:t>
            </a:r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9A239EF7-F9C7-4B81-9B76-71F2C987AC29}"/>
              </a:ext>
            </a:extLst>
          </p:cNvPr>
          <p:cNvCxnSpPr>
            <a:cxnSpLocks/>
          </p:cNvCxnSpPr>
          <p:nvPr/>
        </p:nvCxnSpPr>
        <p:spPr>
          <a:xfrm flipV="1">
            <a:off x="6391185" y="4714210"/>
            <a:ext cx="1066800" cy="231213"/>
          </a:xfrm>
          <a:prstGeom prst="curvedConnector3">
            <a:avLst>
              <a:gd name="adj1" fmla="val 987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5C96C46-298D-4DB5-9E24-5ADC4C262DCB}"/>
              </a:ext>
            </a:extLst>
          </p:cNvPr>
          <p:cNvGrpSpPr/>
          <p:nvPr/>
        </p:nvGrpSpPr>
        <p:grpSpPr>
          <a:xfrm>
            <a:off x="4586329" y="5863462"/>
            <a:ext cx="2054798" cy="338554"/>
            <a:chOff x="4809654" y="3276600"/>
            <a:chExt cx="1614478" cy="33855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0CB5785-E859-4277-8293-741A70CEA2D2}"/>
                </a:ext>
              </a:extLst>
            </p:cNvPr>
            <p:cNvSpPr txBox="1"/>
            <p:nvPr/>
          </p:nvSpPr>
          <p:spPr>
            <a:xfrm>
              <a:off x="4809654" y="3276600"/>
              <a:ext cx="1317211" cy="33855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</a:rPr>
                <a:t>x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955F87B-61BF-47B3-A063-24213ADFC4D4}"/>
                </a:ext>
              </a:extLst>
            </p:cNvPr>
            <p:cNvSpPr txBox="1"/>
            <p:nvPr/>
          </p:nvSpPr>
          <p:spPr>
            <a:xfrm>
              <a:off x="6130026" y="3276600"/>
              <a:ext cx="294106" cy="33855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981E32"/>
                  </a:solidFill>
                  <a:latin typeface="Consolas" panose="020B0609020204030204" pitchFamily="49" charset="0"/>
                </a:rPr>
                <a:t>9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CB8977F-D65D-43F1-9E09-997B34F7EB62}"/>
              </a:ext>
            </a:extLst>
          </p:cNvPr>
          <p:cNvCxnSpPr>
            <a:cxnSpLocks/>
          </p:cNvCxnSpPr>
          <p:nvPr/>
        </p:nvCxnSpPr>
        <p:spPr>
          <a:xfrm flipV="1">
            <a:off x="6014829" y="5410200"/>
            <a:ext cx="0" cy="45326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2894F3F-ADDD-4D1C-8BD3-B8DBC8290168}"/>
              </a:ext>
            </a:extLst>
          </p:cNvPr>
          <p:cNvSpPr txBox="1"/>
          <p:nvPr/>
        </p:nvSpPr>
        <p:spPr>
          <a:xfrm>
            <a:off x="4486185" y="5330516"/>
            <a:ext cx="16057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f2: call to </a:t>
            </a: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multiplier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665D22-5B3E-4C97-8E25-36EC7395BEE2}"/>
              </a:ext>
            </a:extLst>
          </p:cNvPr>
          <p:cNvSpPr txBox="1"/>
          <p:nvPr/>
        </p:nvSpPr>
        <p:spPr>
          <a:xfrm>
            <a:off x="457200" y="3413315"/>
            <a:ext cx="603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Python Tutor visualizer</a:t>
            </a:r>
            <a:r>
              <a:rPr lang="en-US" dirty="0"/>
              <a:t> : </a:t>
            </a:r>
            <a:r>
              <a:rPr lang="en-US" dirty="0">
                <a:hlinkClick r:id="rId4"/>
              </a:rPr>
              <a:t>https://tinyurl.com/pythontutorlink</a:t>
            </a:r>
            <a:r>
              <a:rPr lang="en-US" dirty="0"/>
              <a:t>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95B7CD-09FA-4DC4-A37B-410F4F09DCF3}"/>
              </a:ext>
            </a:extLst>
          </p:cNvPr>
          <p:cNvSpPr/>
          <p:nvPr/>
        </p:nvSpPr>
        <p:spPr bwMode="auto">
          <a:xfrm>
            <a:off x="252167" y="906823"/>
            <a:ext cx="263649" cy="238924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1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3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7</a:t>
            </a:r>
          </a:p>
          <a:p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8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CCFFC8-5B46-452C-9AEE-43BCC107843E}"/>
              </a:ext>
            </a:extLst>
          </p:cNvPr>
          <p:cNvSpPr txBox="1"/>
          <p:nvPr/>
        </p:nvSpPr>
        <p:spPr>
          <a:xfrm>
            <a:off x="6091922" y="5424008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parent of f2?</a:t>
            </a:r>
          </a:p>
        </p:txBody>
      </p:sp>
    </p:spTree>
    <p:extLst>
      <p:ext uri="{BB962C8B-B14F-4D97-AF65-F5344CB8AC3E}">
        <p14:creationId xmlns:p14="http://schemas.microsoft.com/office/powerpoint/2010/main" val="164001452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 animBg="1"/>
      <p:bldP spid="40" grpId="0" animBg="1"/>
      <p:bldP spid="19" grpId="0"/>
      <p:bldP spid="61" grpId="0"/>
      <p:bldP spid="7" grpId="0"/>
      <p:bldP spid="45" grpId="0" animBg="1"/>
      <p:bldP spid="52" grpId="0"/>
      <p:bldP spid="53" grpId="0"/>
      <p:bldP spid="54" grpId="0" animBg="1"/>
      <p:bldP spid="71" grpId="0"/>
      <p:bldP spid="92" grpId="0"/>
      <p:bldP spid="3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523785" y="6021481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696200" cy="914400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Functions as Return Values</a:t>
            </a:r>
            <a:endParaRPr lang="en-US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23785" y="3917820"/>
            <a:ext cx="1676457" cy="80021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 err="1">
                <a:latin typeface="Consolas" panose="020B0609020204030204" pitchFamily="49" charset="0"/>
              </a:rPr>
              <a:t>make_multiplier</a:t>
            </a:r>
            <a:endParaRPr lang="en-US" sz="1400" dirty="0">
              <a:latin typeface="Consolas" panose="020B0609020204030204" pitchFamily="49" charset="0"/>
            </a:endParaRPr>
          </a:p>
          <a:p>
            <a:pPr algn="ctr"/>
            <a:endParaRPr lang="en-US" sz="1600" dirty="0">
              <a:latin typeface="Consolas" panose="020B0609020204030204" pitchFamily="49" charset="0"/>
            </a:endParaRPr>
          </a:p>
          <a:p>
            <a:pPr algn="ctr"/>
            <a:endParaRPr lang="en-US" sz="1600" dirty="0">
              <a:latin typeface="Consolas" panose="020B0609020204030204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81141" y="5509258"/>
            <a:ext cx="2190068" cy="338554"/>
            <a:chOff x="4809654" y="3276600"/>
            <a:chExt cx="1720762" cy="338554"/>
          </a:xfrm>
        </p:grpSpPr>
        <p:sp>
          <p:nvSpPr>
            <p:cNvPr id="10" name="TextBox 9"/>
            <p:cNvSpPr txBox="1"/>
            <p:nvPr/>
          </p:nvSpPr>
          <p:spPr>
            <a:xfrm>
              <a:off x="4809654" y="3276600"/>
              <a:ext cx="1346374" cy="33855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</a:rPr>
                <a:t>n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56028" y="3276600"/>
              <a:ext cx="374388" cy="33855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981E32"/>
                  </a:solidFill>
                  <a:latin typeface="Consolas" panose="020B0609020204030204" pitchFamily="49" charset="0"/>
                </a:rPr>
                <a:t>5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22" name="Straight Arrow Connector 21"/>
          <p:cNvCxnSpPr>
            <a:cxnSpLocks/>
          </p:cNvCxnSpPr>
          <p:nvPr/>
        </p:nvCxnSpPr>
        <p:spPr>
          <a:xfrm flipV="1">
            <a:off x="1909644" y="4723064"/>
            <a:ext cx="0" cy="78619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1000" y="4976312"/>
            <a:ext cx="16057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f1: call to </a:t>
            </a:r>
          </a:p>
          <a:p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make_multiplier</a:t>
            </a:r>
            <a:endParaRPr lang="en-US" sz="1300" dirty="0">
              <a:solidFill>
                <a:srgbClr val="0000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ight Arrow 16"/>
          <p:cNvSpPr/>
          <p:nvPr/>
        </p:nvSpPr>
        <p:spPr bwMode="auto">
          <a:xfrm>
            <a:off x="3204634" y="4590943"/>
            <a:ext cx="533400" cy="383046"/>
          </a:xfrm>
          <a:prstGeom prst="rightArrow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  <p:sp>
        <p:nvSpPr>
          <p:cNvPr id="40" name="Multiply 39"/>
          <p:cNvSpPr/>
          <p:nvPr/>
        </p:nvSpPr>
        <p:spPr bwMode="auto">
          <a:xfrm>
            <a:off x="1366774" y="5183189"/>
            <a:ext cx="1028700" cy="990692"/>
          </a:xfrm>
          <a:prstGeom prst="mathMultiply">
            <a:avLst>
              <a:gd name="adj1" fmla="val 1131"/>
            </a:avLst>
          </a:prstGeom>
          <a:ln w="9525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29357" y="6140623"/>
            <a:ext cx="2133600" cy="365125"/>
          </a:xfrm>
        </p:spPr>
        <p:txBody>
          <a:bodyPr/>
          <a:lstStyle/>
          <a:p>
            <a:fld id="{54E617D6-13A1-4BD1-803E-EFC3BB400E6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5A1893-86D9-4886-B713-DFA6A16A75E7}"/>
              </a:ext>
            </a:extLst>
          </p:cNvPr>
          <p:cNvSpPr/>
          <p:nvPr/>
        </p:nvSpPr>
        <p:spPr bwMode="auto">
          <a:xfrm>
            <a:off x="619361" y="914400"/>
            <a:ext cx="3702919" cy="24043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2075" tIns="46038" rIns="92075" bIns="46038" rtlCol="0" anchor="ctr"/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make_multiplier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multiplier(x):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* n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multiplier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Multiplier of 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timesby5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make_multiplier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timesby5(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?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99A156-EE0C-42B8-B6FC-3E7FEF0F0E07}"/>
              </a:ext>
            </a:extLst>
          </p:cNvPr>
          <p:cNvSpPr txBox="1"/>
          <p:nvPr/>
        </p:nvSpPr>
        <p:spPr>
          <a:xfrm>
            <a:off x="459449" y="3628502"/>
            <a:ext cx="167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global frame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EF3E3-81CD-4F1C-BDB2-96C429B1A0B2}"/>
              </a:ext>
            </a:extLst>
          </p:cNvPr>
          <p:cNvSpPr txBox="1"/>
          <p:nvPr/>
        </p:nvSpPr>
        <p:spPr>
          <a:xfrm>
            <a:off x="2162607" y="3659281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func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make_multiplier</a:t>
            </a:r>
            <a:r>
              <a:rPr lang="en-US" sz="1200" dirty="0">
                <a:latin typeface="Consolas" panose="020B0609020204030204" pitchFamily="49" charset="0"/>
              </a:rPr>
              <a:t>(n)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7E3682-B578-468F-8268-AA8087C047D3}"/>
              </a:ext>
            </a:extLst>
          </p:cNvPr>
          <p:cNvSpPr txBox="1"/>
          <p:nvPr/>
        </p:nvSpPr>
        <p:spPr>
          <a:xfrm>
            <a:off x="2204338" y="3915707"/>
            <a:ext cx="384223" cy="8046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1400" dirty="0">
              <a:latin typeface="Consolas" panose="020B0609020204030204" pitchFamily="49" charset="0"/>
            </a:endParaRPr>
          </a:p>
          <a:p>
            <a:pPr algn="ctr"/>
            <a:r>
              <a:rPr lang="en-US" sz="1400" dirty="0">
                <a:latin typeface="Consolas" panose="020B0609020204030204" pitchFamily="49" charset="0"/>
              </a:rPr>
              <a:t> </a:t>
            </a:r>
          </a:p>
          <a:p>
            <a:pPr algn="ctr"/>
            <a:endParaRPr lang="en-US" sz="1600" dirty="0">
              <a:latin typeface="Consolas" panose="020B0609020204030204" pitchFamily="49" charset="0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B967EBF1-66C1-4C8B-9A0E-A9029B8503EE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428786" y="3936280"/>
            <a:ext cx="803185" cy="26357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BD7D593-4B81-4FB2-B353-67727ABA7BFE}"/>
              </a:ext>
            </a:extLst>
          </p:cNvPr>
          <p:cNvSpPr txBox="1"/>
          <p:nvPr/>
        </p:nvSpPr>
        <p:spPr>
          <a:xfrm>
            <a:off x="4577866" y="3875965"/>
            <a:ext cx="1676457" cy="8046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 err="1">
                <a:latin typeface="Consolas" panose="020B0609020204030204" pitchFamily="49" charset="0"/>
              </a:rPr>
              <a:t>make_multiplier</a:t>
            </a:r>
            <a:endParaRPr lang="en-US" sz="1400" dirty="0">
              <a:latin typeface="Consolas" panose="020B0609020204030204" pitchFamily="49" charset="0"/>
            </a:endParaRPr>
          </a:p>
          <a:p>
            <a:pPr algn="ctr"/>
            <a:endParaRPr lang="en-US" sz="1400" dirty="0"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</a:pPr>
            <a:r>
              <a:rPr lang="en-US" sz="1400" dirty="0">
                <a:latin typeface="Consolas" panose="020B0609020204030204" pitchFamily="49" charset="0"/>
              </a:rPr>
              <a:t>timesby5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D93956-531A-4D8F-804D-2790AB625758}"/>
              </a:ext>
            </a:extLst>
          </p:cNvPr>
          <p:cNvSpPr txBox="1"/>
          <p:nvPr/>
        </p:nvSpPr>
        <p:spPr>
          <a:xfrm>
            <a:off x="4496024" y="3583081"/>
            <a:ext cx="167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global frame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41F20F-18DD-4909-BF31-F56374D4A568}"/>
              </a:ext>
            </a:extLst>
          </p:cNvPr>
          <p:cNvSpPr txBox="1"/>
          <p:nvPr/>
        </p:nvSpPr>
        <p:spPr>
          <a:xfrm>
            <a:off x="6230877" y="3459592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func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make_multiplier</a:t>
            </a:r>
            <a:r>
              <a:rPr lang="en-US" sz="1200" dirty="0">
                <a:latin typeface="Consolas" panose="020B0609020204030204" pitchFamily="49" charset="0"/>
              </a:rPr>
              <a:t>(n)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0CDE83-29BB-49BD-B889-5816614842E7}"/>
              </a:ext>
            </a:extLst>
          </p:cNvPr>
          <p:cNvSpPr txBox="1"/>
          <p:nvPr/>
        </p:nvSpPr>
        <p:spPr>
          <a:xfrm>
            <a:off x="6256902" y="3875964"/>
            <a:ext cx="384223" cy="8046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 </a:t>
            </a:r>
          </a:p>
          <a:p>
            <a:pPr algn="ctr"/>
            <a:endParaRPr lang="en-US" sz="1600" dirty="0">
              <a:latin typeface="Consolas" panose="020B0609020204030204" pitchFamily="49" charset="0"/>
            </a:endParaRP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105FB33A-B0CE-4747-B3A0-C3FCD8279A0D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6507409" y="3736591"/>
            <a:ext cx="792832" cy="3213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7" name="Straight Connector 9216">
            <a:extLst>
              <a:ext uri="{FF2B5EF4-FFF2-40B4-BE49-F238E27FC236}">
                <a16:creationId xmlns:a16="http://schemas.microsoft.com/office/drawing/2014/main" id="{0C8E3671-ABD6-4F51-8744-F51AE57201BE}"/>
              </a:ext>
            </a:extLst>
          </p:cNvPr>
          <p:cNvCxnSpPr>
            <a:stCxn id="45" idx="1"/>
            <a:endCxn id="54" idx="3"/>
          </p:cNvCxnSpPr>
          <p:nvPr/>
        </p:nvCxnSpPr>
        <p:spPr>
          <a:xfrm flipV="1">
            <a:off x="4577866" y="4278300"/>
            <a:ext cx="206325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5BB117B-1977-479A-BEB9-B85374CFD171}"/>
              </a:ext>
            </a:extLst>
          </p:cNvPr>
          <p:cNvSpPr txBox="1"/>
          <p:nvPr/>
        </p:nvSpPr>
        <p:spPr>
          <a:xfrm>
            <a:off x="6754863" y="4084153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func</a:t>
            </a:r>
            <a:r>
              <a:rPr lang="en-US" sz="1200" dirty="0">
                <a:latin typeface="Consolas" panose="020B0609020204030204" pitchFamily="49" charset="0"/>
              </a:rPr>
              <a:t> multiplier(x)</a:t>
            </a:r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9A239EF7-F9C7-4B81-9B76-71F2C987AC29}"/>
              </a:ext>
            </a:extLst>
          </p:cNvPr>
          <p:cNvCxnSpPr>
            <a:cxnSpLocks/>
          </p:cNvCxnSpPr>
          <p:nvPr/>
        </p:nvCxnSpPr>
        <p:spPr>
          <a:xfrm flipV="1">
            <a:off x="6391185" y="4334891"/>
            <a:ext cx="1066800" cy="231213"/>
          </a:xfrm>
          <a:prstGeom prst="curvedConnector3">
            <a:avLst>
              <a:gd name="adj1" fmla="val 987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5C96C46-298D-4DB5-9E24-5ADC4C262DCB}"/>
              </a:ext>
            </a:extLst>
          </p:cNvPr>
          <p:cNvGrpSpPr/>
          <p:nvPr/>
        </p:nvGrpSpPr>
        <p:grpSpPr>
          <a:xfrm>
            <a:off x="4586326" y="5484143"/>
            <a:ext cx="2050760" cy="338554"/>
            <a:chOff x="4809654" y="3276600"/>
            <a:chExt cx="1611306" cy="33855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0CB5785-E859-4277-8293-741A70CEA2D2}"/>
                </a:ext>
              </a:extLst>
            </p:cNvPr>
            <p:cNvSpPr txBox="1"/>
            <p:nvPr/>
          </p:nvSpPr>
          <p:spPr>
            <a:xfrm>
              <a:off x="4809654" y="3276600"/>
              <a:ext cx="1310565" cy="33855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</a:rPr>
                <a:t>x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955F87B-61BF-47B3-A063-24213ADFC4D4}"/>
                </a:ext>
              </a:extLst>
            </p:cNvPr>
            <p:cNvSpPr txBox="1"/>
            <p:nvPr/>
          </p:nvSpPr>
          <p:spPr>
            <a:xfrm>
              <a:off x="6119072" y="3276600"/>
              <a:ext cx="301888" cy="33855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981E32"/>
                  </a:solidFill>
                  <a:latin typeface="Consolas" panose="020B0609020204030204" pitchFamily="49" charset="0"/>
                </a:rPr>
                <a:t>9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CB8977F-D65D-43F1-9E09-997B34F7EB62}"/>
              </a:ext>
            </a:extLst>
          </p:cNvPr>
          <p:cNvCxnSpPr>
            <a:cxnSpLocks/>
          </p:cNvCxnSpPr>
          <p:nvPr/>
        </p:nvCxnSpPr>
        <p:spPr>
          <a:xfrm flipV="1">
            <a:off x="6014829" y="5100500"/>
            <a:ext cx="0" cy="38364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2894F3F-ADDD-4D1C-8BD3-B8DBC8290168}"/>
              </a:ext>
            </a:extLst>
          </p:cNvPr>
          <p:cNvSpPr txBox="1"/>
          <p:nvPr/>
        </p:nvSpPr>
        <p:spPr>
          <a:xfrm>
            <a:off x="4486185" y="4951197"/>
            <a:ext cx="16057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f2: call to </a:t>
            </a: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multiplier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1A956F-6236-4311-99B6-A1C3A8289D3C}"/>
              </a:ext>
            </a:extLst>
          </p:cNvPr>
          <p:cNvSpPr/>
          <p:nvPr/>
        </p:nvSpPr>
        <p:spPr>
          <a:xfrm>
            <a:off x="4861145" y="990600"/>
            <a:ext cx="40542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The programming language needs to keep the old environments around as necessary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When a function is returned, it’s </a:t>
            </a:r>
            <a:r>
              <a:rPr lang="en-US" sz="1600" b="1" dirty="0">
                <a:solidFill>
                  <a:srgbClr val="0000FF"/>
                </a:solidFill>
              </a:rPr>
              <a:t>closure</a:t>
            </a:r>
            <a:r>
              <a:rPr lang="en-US" sz="1600" dirty="0">
                <a:solidFill>
                  <a:srgbClr val="981E32"/>
                </a:solidFill>
              </a:rPr>
              <a:t> </a:t>
            </a:r>
            <a:r>
              <a:rPr lang="en-US" sz="1600" dirty="0"/>
              <a:t>is saved to remember it’s referencing environment in effect when it was created.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E72CE5-49B1-4B7F-AEF4-CE5E9994913C}"/>
              </a:ext>
            </a:extLst>
          </p:cNvPr>
          <p:cNvSpPr/>
          <p:nvPr/>
        </p:nvSpPr>
        <p:spPr bwMode="auto">
          <a:xfrm>
            <a:off x="6775408" y="3977441"/>
            <a:ext cx="1693386" cy="490421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lIns="92075" tIns="46038" rIns="92075" bIns="46038" rtlCol="0" anchor="ctr"/>
          <a:lstStyle/>
          <a:p>
            <a:pPr algn="ctr"/>
            <a:endParaRPr lang="en-US" sz="1200" b="1">
              <a:latin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15990A-FE12-4660-93B9-9FE6AF87494D}"/>
              </a:ext>
            </a:extLst>
          </p:cNvPr>
          <p:cNvSpPr txBox="1"/>
          <p:nvPr/>
        </p:nvSpPr>
        <p:spPr>
          <a:xfrm flipH="1">
            <a:off x="7730669" y="4451283"/>
            <a:ext cx="1413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timesby5</a:t>
            </a:r>
            <a:r>
              <a:rPr lang="en-US" sz="1600" dirty="0"/>
              <a:t> holds a ‘closure’ value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D4DCF6-2A70-4D8E-85E5-6E1668A56FFF}"/>
              </a:ext>
            </a:extLst>
          </p:cNvPr>
          <p:cNvSpPr txBox="1"/>
          <p:nvPr/>
        </p:nvSpPr>
        <p:spPr>
          <a:xfrm>
            <a:off x="6091922" y="4962001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parent of f2?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EB5BD2-EA1A-4A81-B567-93A576BFDC65}"/>
              </a:ext>
            </a:extLst>
          </p:cNvPr>
          <p:cNvSpPr txBox="1"/>
          <p:nvPr/>
        </p:nvSpPr>
        <p:spPr>
          <a:xfrm>
            <a:off x="1555710" y="6258970"/>
            <a:ext cx="603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Python Tutor visualizer</a:t>
            </a:r>
            <a:r>
              <a:rPr lang="en-US" dirty="0"/>
              <a:t> : </a:t>
            </a:r>
            <a:r>
              <a:rPr lang="en-US" dirty="0">
                <a:hlinkClick r:id="rId4"/>
              </a:rPr>
              <a:t>https://tinyurl.com/pythontutorlink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367156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696200" cy="914400"/>
          </a:xfrm>
          <a:noFill/>
          <a:ln/>
        </p:spPr>
        <p:txBody>
          <a:bodyPr>
            <a:normAutofit/>
          </a:bodyPr>
          <a:lstStyle/>
          <a:p>
            <a:r>
              <a:rPr lang="en-US"/>
              <a:t>Closures</a:t>
            </a:r>
            <a:endParaRPr lang="en-US" alt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185972" y="838201"/>
            <a:ext cx="8805627" cy="2531388"/>
          </a:xfrm>
          <a:noFill/>
          <a:ln/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Can define the semantics of functions as follows:</a:t>
            </a:r>
          </a:p>
          <a:p>
            <a:pPr lvl="1"/>
            <a:r>
              <a:rPr lang="en-US" sz="2600" dirty="0"/>
              <a:t>A function value has two parts</a:t>
            </a:r>
          </a:p>
          <a:p>
            <a:pPr lvl="2"/>
            <a:r>
              <a:rPr lang="en-US" sz="2200" dirty="0"/>
              <a:t>the code (obviously)</a:t>
            </a:r>
          </a:p>
          <a:p>
            <a:pPr lvl="2"/>
            <a:r>
              <a:rPr lang="en-US" sz="2200" dirty="0"/>
              <a:t>environment that was current when the function was defined</a:t>
            </a:r>
          </a:p>
          <a:p>
            <a:pPr lvl="1"/>
            <a:r>
              <a:rPr lang="en-US" sz="2600" dirty="0"/>
              <a:t>This pair is called a </a:t>
            </a:r>
            <a:r>
              <a:rPr lang="en-US" sz="2600" b="1" dirty="0">
                <a:solidFill>
                  <a:srgbClr val="981E32"/>
                </a:solidFill>
              </a:rPr>
              <a:t>function closure</a:t>
            </a:r>
          </a:p>
          <a:p>
            <a:pPr lvl="1"/>
            <a:r>
              <a:rPr lang="en-US" sz="2600" dirty="0"/>
              <a:t>A call evaluates the code part in the environment part (extended with the function argument)</a:t>
            </a:r>
          </a:p>
          <a:p>
            <a:endParaRPr lang="en-US" altLang="en-US" sz="2800" dirty="0"/>
          </a:p>
        </p:txBody>
      </p:sp>
      <p:sp>
        <p:nvSpPr>
          <p:cNvPr id="135" name="TextBox 134"/>
          <p:cNvSpPr txBox="1"/>
          <p:nvPr/>
        </p:nvSpPr>
        <p:spPr>
          <a:xfrm>
            <a:off x="5053885" y="4867741"/>
            <a:ext cx="533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6" name="TextBox 135"/>
          <p:cNvSpPr txBox="1"/>
          <p:nvPr/>
        </p:nvSpPr>
        <p:spPr>
          <a:xfrm>
            <a:off x="4444285" y="4867741"/>
            <a:ext cx="6096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7" name="TextBox 136"/>
          <p:cNvSpPr txBox="1"/>
          <p:nvPr/>
        </p:nvSpPr>
        <p:spPr>
          <a:xfrm>
            <a:off x="4572000" y="5731808"/>
            <a:ext cx="1426944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code for 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multiplier</a:t>
            </a:r>
            <a:endParaRPr lang="en-US" sz="1400" dirty="0"/>
          </a:p>
        </p:txBody>
      </p:sp>
      <p:cxnSp>
        <p:nvCxnSpPr>
          <p:cNvPr id="19" name="Curved Connector 18"/>
          <p:cNvCxnSpPr>
            <a:cxnSpLocks/>
            <a:endCxn id="77" idx="3"/>
          </p:cNvCxnSpPr>
          <p:nvPr/>
        </p:nvCxnSpPr>
        <p:spPr>
          <a:xfrm rot="10800000" flipV="1">
            <a:off x="2628609" y="5022389"/>
            <a:ext cx="2179841" cy="419876"/>
          </a:xfrm>
          <a:prstGeom prst="curvedConnector3">
            <a:avLst>
              <a:gd name="adj1" fmla="val 50000"/>
            </a:avLst>
          </a:prstGeom>
          <a:ln>
            <a:solidFill>
              <a:srgbClr val="0000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cxnSpLocks/>
            <a:endCxn id="137" idx="0"/>
          </p:cNvCxnSpPr>
          <p:nvPr/>
        </p:nvCxnSpPr>
        <p:spPr>
          <a:xfrm rot="16200000" flipH="1">
            <a:off x="4857843" y="5304179"/>
            <a:ext cx="723046" cy="132212"/>
          </a:xfrm>
          <a:prstGeom prst="curvedConnector3">
            <a:avLst/>
          </a:prstGeom>
          <a:ln>
            <a:solidFill>
              <a:srgbClr val="0000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>
            <a:cxnSpLocks/>
          </p:cNvCxnSpPr>
          <p:nvPr/>
        </p:nvCxnSpPr>
        <p:spPr>
          <a:xfrm>
            <a:off x="4420697" y="4520179"/>
            <a:ext cx="476834" cy="30726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17D6-13A1-4BD1-803E-EFC3BB400E6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68FE86-78FA-4647-B2DC-99F5C5A03EF2}"/>
              </a:ext>
            </a:extLst>
          </p:cNvPr>
          <p:cNvSpPr txBox="1"/>
          <p:nvPr/>
        </p:nvSpPr>
        <p:spPr>
          <a:xfrm>
            <a:off x="565349" y="4034992"/>
            <a:ext cx="1676457" cy="8046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 err="1">
                <a:latin typeface="Consolas" panose="020B0609020204030204" pitchFamily="49" charset="0"/>
              </a:rPr>
              <a:t>make_multiplier</a:t>
            </a:r>
            <a:endParaRPr lang="en-US" sz="1400" dirty="0">
              <a:latin typeface="Consolas" panose="020B0609020204030204" pitchFamily="49" charset="0"/>
            </a:endParaRPr>
          </a:p>
          <a:p>
            <a:pPr algn="ctr"/>
            <a:endParaRPr lang="en-US" sz="1400" dirty="0"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</a:pPr>
            <a:r>
              <a:rPr lang="en-US" sz="1400" dirty="0">
                <a:latin typeface="Consolas" panose="020B0609020204030204" pitchFamily="49" charset="0"/>
              </a:rPr>
              <a:t>timesby5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48E7C9-4E21-4BDE-9829-0F691147435C}"/>
              </a:ext>
            </a:extLst>
          </p:cNvPr>
          <p:cNvSpPr txBox="1"/>
          <p:nvPr/>
        </p:nvSpPr>
        <p:spPr>
          <a:xfrm>
            <a:off x="483507" y="3742108"/>
            <a:ext cx="167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global frame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8DFDE7-F101-47A1-9840-2E126FE5613E}"/>
              </a:ext>
            </a:extLst>
          </p:cNvPr>
          <p:cNvSpPr txBox="1"/>
          <p:nvPr/>
        </p:nvSpPr>
        <p:spPr>
          <a:xfrm>
            <a:off x="2218360" y="3618619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func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make_multiplier</a:t>
            </a:r>
            <a:r>
              <a:rPr lang="en-US" sz="1200" dirty="0">
                <a:latin typeface="Consolas" panose="020B0609020204030204" pitchFamily="49" charset="0"/>
              </a:rPr>
              <a:t>(n)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22A09B-1612-499E-86D3-324C0E42162B}"/>
              </a:ext>
            </a:extLst>
          </p:cNvPr>
          <p:cNvSpPr txBox="1"/>
          <p:nvPr/>
        </p:nvSpPr>
        <p:spPr>
          <a:xfrm>
            <a:off x="2244385" y="4034991"/>
            <a:ext cx="384223" cy="8046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 </a:t>
            </a:r>
          </a:p>
          <a:p>
            <a:pPr algn="ctr"/>
            <a:endParaRPr lang="en-US" sz="1600" dirty="0">
              <a:latin typeface="Consolas" panose="020B0609020204030204" pitchFamily="49" charset="0"/>
            </a:endParaRP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DBACB72F-A804-458F-812E-01E55A375C11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2494892" y="3895618"/>
            <a:ext cx="792832" cy="3213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C3C2A5B-B86A-49A4-A640-989EBE4B815A}"/>
              </a:ext>
            </a:extLst>
          </p:cNvPr>
          <p:cNvCxnSpPr>
            <a:stCxn id="59" idx="1"/>
            <a:endCxn id="62" idx="3"/>
          </p:cNvCxnSpPr>
          <p:nvPr/>
        </p:nvCxnSpPr>
        <p:spPr>
          <a:xfrm flipV="1">
            <a:off x="565349" y="4437327"/>
            <a:ext cx="206325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2FB0AA6-C41F-48E3-B159-AC25A0A1C617}"/>
              </a:ext>
            </a:extLst>
          </p:cNvPr>
          <p:cNvSpPr txBox="1"/>
          <p:nvPr/>
        </p:nvSpPr>
        <p:spPr>
          <a:xfrm>
            <a:off x="2742346" y="4243180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func</a:t>
            </a:r>
            <a:r>
              <a:rPr lang="en-US" sz="1200" dirty="0">
                <a:latin typeface="Consolas" panose="020B0609020204030204" pitchFamily="49" charset="0"/>
              </a:rPr>
              <a:t> multiplier(x)</a:t>
            </a:r>
          </a:p>
        </p:txBody>
      </p: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92031105-5A42-41FA-AB3C-43F05741556F}"/>
              </a:ext>
            </a:extLst>
          </p:cNvPr>
          <p:cNvCxnSpPr>
            <a:cxnSpLocks/>
          </p:cNvCxnSpPr>
          <p:nvPr/>
        </p:nvCxnSpPr>
        <p:spPr>
          <a:xfrm flipV="1">
            <a:off x="2378668" y="4493918"/>
            <a:ext cx="1066800" cy="231213"/>
          </a:xfrm>
          <a:prstGeom prst="curvedConnector3">
            <a:avLst>
              <a:gd name="adj1" fmla="val 987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BBF9C47-6B40-4393-9A82-532B582BE82D}"/>
              </a:ext>
            </a:extLst>
          </p:cNvPr>
          <p:cNvGrpSpPr/>
          <p:nvPr/>
        </p:nvGrpSpPr>
        <p:grpSpPr>
          <a:xfrm>
            <a:off x="638779" y="6139987"/>
            <a:ext cx="2050760" cy="338554"/>
            <a:chOff x="4809654" y="3276600"/>
            <a:chExt cx="1611306" cy="338554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557EF27-BD15-4034-9FEC-396B5F640128}"/>
                </a:ext>
              </a:extLst>
            </p:cNvPr>
            <p:cNvSpPr txBox="1"/>
            <p:nvPr/>
          </p:nvSpPr>
          <p:spPr>
            <a:xfrm>
              <a:off x="4809654" y="3276600"/>
              <a:ext cx="1259517" cy="33855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</a:rPr>
                <a:t>x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4504FAF-1CEF-4AFA-9AD3-95B310F17431}"/>
                </a:ext>
              </a:extLst>
            </p:cNvPr>
            <p:cNvSpPr txBox="1"/>
            <p:nvPr/>
          </p:nvSpPr>
          <p:spPr>
            <a:xfrm>
              <a:off x="6069171" y="3276600"/>
              <a:ext cx="351789" cy="33855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981E32"/>
                  </a:solidFill>
                  <a:latin typeface="Consolas" panose="020B0609020204030204" pitchFamily="49" charset="0"/>
                </a:rPr>
                <a:t>9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629541B-450F-435B-9191-82E220256DD5}"/>
              </a:ext>
            </a:extLst>
          </p:cNvPr>
          <p:cNvCxnSpPr>
            <a:cxnSpLocks/>
          </p:cNvCxnSpPr>
          <p:nvPr/>
        </p:nvCxnSpPr>
        <p:spPr>
          <a:xfrm flipV="1">
            <a:off x="2168941" y="5608933"/>
            <a:ext cx="0" cy="53294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496B77B-EA33-4F84-BC4F-CA01DFAD0585}"/>
              </a:ext>
            </a:extLst>
          </p:cNvPr>
          <p:cNvSpPr txBox="1"/>
          <p:nvPr/>
        </p:nvSpPr>
        <p:spPr>
          <a:xfrm>
            <a:off x="538639" y="5607041"/>
            <a:ext cx="12006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f2: call to </a:t>
            </a: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multiplier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72A12C-DE6A-4B66-8718-E5DD9D3CD5B7}"/>
              </a:ext>
            </a:extLst>
          </p:cNvPr>
          <p:cNvSpPr txBox="1"/>
          <p:nvPr/>
        </p:nvSpPr>
        <p:spPr>
          <a:xfrm flipH="1">
            <a:off x="4897531" y="4381024"/>
            <a:ext cx="3311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timesby5</a:t>
            </a:r>
            <a:r>
              <a:rPr lang="en-US" sz="1600" dirty="0"/>
              <a:t> holds a ‘closure’ value 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BA1A616-862A-4353-912B-96C76FB2C091}"/>
              </a:ext>
            </a:extLst>
          </p:cNvPr>
          <p:cNvGrpSpPr/>
          <p:nvPr/>
        </p:nvGrpSpPr>
        <p:grpSpPr>
          <a:xfrm>
            <a:off x="638783" y="5272988"/>
            <a:ext cx="1989825" cy="338554"/>
            <a:chOff x="4809655" y="3276600"/>
            <a:chExt cx="1563428" cy="338554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23E888B-CA8D-441E-83CD-2DB7D588F2D7}"/>
                </a:ext>
              </a:extLst>
            </p:cNvPr>
            <p:cNvSpPr txBox="1"/>
            <p:nvPr/>
          </p:nvSpPr>
          <p:spPr>
            <a:xfrm>
              <a:off x="4809655" y="3276600"/>
              <a:ext cx="1259516" cy="338554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</a:rPr>
                <a:t>n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02F5798-F774-4265-ACD4-EC112993DB34}"/>
                </a:ext>
              </a:extLst>
            </p:cNvPr>
            <p:cNvSpPr txBox="1"/>
            <p:nvPr/>
          </p:nvSpPr>
          <p:spPr>
            <a:xfrm>
              <a:off x="6071945" y="3276600"/>
              <a:ext cx="301138" cy="338554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4B3FB2B4-678D-486A-96ED-B949E30FF8F3}"/>
              </a:ext>
            </a:extLst>
          </p:cNvPr>
          <p:cNvSpPr txBox="1"/>
          <p:nvPr/>
        </p:nvSpPr>
        <p:spPr>
          <a:xfrm>
            <a:off x="418393" y="4965773"/>
            <a:ext cx="188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f1: 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make_multiplier</a:t>
            </a:r>
            <a:endParaRPr lang="en-US" sz="13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12A43C5-9AEC-440F-A1EF-3C54DEC45D05}"/>
              </a:ext>
            </a:extLst>
          </p:cNvPr>
          <p:cNvCxnSpPr>
            <a:cxnSpLocks/>
          </p:cNvCxnSpPr>
          <p:nvPr/>
        </p:nvCxnSpPr>
        <p:spPr>
          <a:xfrm flipV="1">
            <a:off x="2171990" y="4827440"/>
            <a:ext cx="0" cy="44554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847319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BF59-15FD-4C3B-9CB1-F826C1AA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253" y="522171"/>
            <a:ext cx="76962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are higher order functions useful?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28C06-1600-49E4-9150-DF31A6D36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534400" cy="4648200"/>
          </a:xfrm>
        </p:spPr>
        <p:txBody>
          <a:bodyPr/>
          <a:lstStyle/>
          <a:p>
            <a:r>
              <a:rPr lang="en-US" dirty="0"/>
              <a:t>Enable code re-use.</a:t>
            </a:r>
          </a:p>
          <a:p>
            <a:r>
              <a:rPr lang="en-US" dirty="0"/>
              <a:t>Help write precise, clean, and readable code. </a:t>
            </a:r>
          </a:p>
          <a:p>
            <a:endParaRPr lang="en-US" sz="2800" dirty="0"/>
          </a:p>
          <a:p>
            <a:endParaRPr lang="en-US" sz="2800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560DA-D4F8-4F3D-84EB-3DBEF268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24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BF59-15FD-4C3B-9CB1-F826C1AA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752600"/>
            <a:ext cx="76962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560DA-D4F8-4F3D-84EB-3DBEF268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30D8F-2BFA-4EDA-B0CD-BDD65083BE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49235"/>
      </p:ext>
    </p:extLst>
  </p:cSld>
  <p:clrMapOvr>
    <a:masterClrMapping/>
  </p:clrMapOvr>
</p:sld>
</file>

<file path=ppt/theme/theme1.xml><?xml version="1.0" encoding="utf-8"?>
<a:theme xmlns:a="http://schemas.openxmlformats.org/drawingml/2006/main" name="Scoping">
  <a:themeElements>
    <a:clrScheme name="Custom 2">
      <a:dk1>
        <a:srgbClr val="000000"/>
      </a:dk1>
      <a:lt1>
        <a:srgbClr val="FFFFFF"/>
      </a:lt1>
      <a:dk2>
        <a:srgbClr val="003C69"/>
      </a:dk2>
      <a:lt2>
        <a:srgbClr val="DBCEAC"/>
      </a:lt2>
      <a:accent1>
        <a:srgbClr val="981E32"/>
      </a:accent1>
      <a:accent2>
        <a:srgbClr val="5E6A71"/>
      </a:accent2>
      <a:accent3>
        <a:srgbClr val="C60C30"/>
      </a:accent3>
      <a:accent4>
        <a:srgbClr val="EC7A08"/>
      </a:accent4>
      <a:accent5>
        <a:srgbClr val="3CB6CE"/>
      </a:accent5>
      <a:accent6>
        <a:srgbClr val="B6BF00"/>
      </a:accent6>
      <a:hlink>
        <a:srgbClr val="452325"/>
      </a:hlink>
      <a:folHlink>
        <a:srgbClr val="FF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5875">
          <a:solidFill>
            <a:schemeClr val="tx1"/>
          </a:solidFill>
          <a:miter lim="800000"/>
          <a:headEnd/>
          <a:tailEnd/>
        </a:ln>
      </a:spPr>
      <a:bodyPr wrap="none" lIns="92075" tIns="46038" rIns="92075" bIns="46038" anchor="ctr"/>
      <a:lstStyle>
        <a:defPPr algn="ctr">
          <a:defRPr sz="1200" b="1">
            <a:latin typeface="Arial" pitchFamily="34" charset="0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Scoping</Template>
  <TotalTime>38938</TotalTime>
  <Words>2963</Words>
  <Application>Microsoft Office PowerPoint</Application>
  <PresentationFormat>On-screen Show (4:3)</PresentationFormat>
  <Paragraphs>517</Paragraphs>
  <Slides>28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Cambria Math</vt:lpstr>
      <vt:lpstr>Consolas</vt:lpstr>
      <vt:lpstr>Courier New</vt:lpstr>
      <vt:lpstr>Helvetica Neue</vt:lpstr>
      <vt:lpstr>Palatino</vt:lpstr>
      <vt:lpstr>Scoping</vt:lpstr>
      <vt:lpstr>Sakire Arslan Ay</vt:lpstr>
      <vt:lpstr>Higher Order Functions and Function Closures (Python)</vt:lpstr>
      <vt:lpstr>Designing Functions</vt:lpstr>
      <vt:lpstr>Designing Functions</vt:lpstr>
      <vt:lpstr>Generalizing Patterns with Arguments</vt:lpstr>
      <vt:lpstr>Generalizing over Computational Processes</vt:lpstr>
      <vt:lpstr>Python Functions and Lambdas</vt:lpstr>
      <vt:lpstr>Functions as Arguments</vt:lpstr>
      <vt:lpstr>Generalizing over Computational Processes</vt:lpstr>
      <vt:lpstr>Generalizing over Computational Processes</vt:lpstr>
      <vt:lpstr>Higher Order Functions</vt:lpstr>
      <vt:lpstr>Generalizing over Computational Processes</vt:lpstr>
      <vt:lpstr>Built-in Higher Order Functions:  map</vt:lpstr>
      <vt:lpstr>Generalizing over Computational Processes</vt:lpstr>
      <vt:lpstr>PowerPoint Presentation</vt:lpstr>
      <vt:lpstr>Generalizing over Computational Processes</vt:lpstr>
      <vt:lpstr>Built-in Higher Order Functions:  reduce</vt:lpstr>
      <vt:lpstr>PowerPoint Presentation</vt:lpstr>
      <vt:lpstr>Checkpoint question?</vt:lpstr>
      <vt:lpstr>Functions as Return Values</vt:lpstr>
      <vt:lpstr>Higher Order Functions</vt:lpstr>
      <vt:lpstr>Functions as Return Values</vt:lpstr>
      <vt:lpstr>Functions as Return Values</vt:lpstr>
      <vt:lpstr>Functions as Return Values</vt:lpstr>
      <vt:lpstr>Functions as Return Values</vt:lpstr>
      <vt:lpstr>Closures</vt:lpstr>
      <vt:lpstr>Why are higher order functions useful?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saylab0</dc:creator>
  <cp:lastModifiedBy>Arslan Ay, Sakire</cp:lastModifiedBy>
  <cp:revision>236</cp:revision>
  <cp:lastPrinted>2020-03-04T23:01:41Z</cp:lastPrinted>
  <dcterms:created xsi:type="dcterms:W3CDTF">2016-11-24T13:57:18Z</dcterms:created>
  <dcterms:modified xsi:type="dcterms:W3CDTF">2022-03-30T17:07:53Z</dcterms:modified>
</cp:coreProperties>
</file>